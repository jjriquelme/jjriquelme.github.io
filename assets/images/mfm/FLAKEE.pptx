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>
        <p:scale>
          <a:sx n="75" d="100"/>
          <a:sy n="75" d="100"/>
        </p:scale>
        <p:origin x="2544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B00AC-F1FB-4A5B-9DD0-D89A7C7E4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2738E-545A-47BA-A53A-821858A1F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1E3A4-2EC7-4F49-A456-C96D2B1B7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2EC6-70A0-41DD-A8AC-5EA0A9F6FD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B0ACB-449E-415D-BA8B-B0D27534B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5584E-EB2E-4134-92F2-74F8B8C6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EE49-2A3F-4AF7-AF6D-023F0B298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31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2F810-548A-46D0-8451-502B13406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7E33B-5A10-4516-AAAD-6844679C5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B3C99-C9AD-48F7-AF95-9C889BF69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2EC6-70A0-41DD-A8AC-5EA0A9F6FD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2D059-5F6E-4AA0-A573-7C00A363D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32998-9F6F-4744-98AD-05DD4D65F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EE49-2A3F-4AF7-AF6D-023F0B298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87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0686-74B9-460D-82ED-74A3BE15C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5634B-CF4C-414C-AB34-AC4194EAB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C4F3C-CAC2-4AAB-BAD5-AC70A303F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2EC6-70A0-41DD-A8AC-5EA0A9F6FD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BCE41-1F37-4302-953B-BE601517B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F78F0-EF3C-470B-A8FC-5B108F9A0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EE49-2A3F-4AF7-AF6D-023F0B298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89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6A97-31E7-4CE9-A851-116C0D9E1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3C57B-2C19-458E-A63A-E91CCD132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A9502-CA9F-4577-947E-C68F2D388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FFCF5-A66D-421E-B350-22FE90198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2EC6-70A0-41DD-A8AC-5EA0A9F6FD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1C3A8-6698-4F25-BED8-5F793ED6D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10E34-1013-4C9B-AF6E-6AC4262B8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EE49-2A3F-4AF7-AF6D-023F0B298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22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C768-F05A-4C99-B810-C7A6CAE5C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4E1A8-2FE8-4EB6-A256-07A5B4069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3C346-6221-4C45-8138-DEBF4E73B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FD5D18-3A08-445A-9A6B-5728E577CA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FF3ADF-8FBB-4B8D-9D54-20514CCBD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F3C30C-6149-4088-B819-058E894DD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2EC6-70A0-41DD-A8AC-5EA0A9F6FD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30F655-502F-422E-B303-FF026E80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7A3292-FE30-4004-9DCD-465FB138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EE49-2A3F-4AF7-AF6D-023F0B298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484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1DE27-14AD-4513-8A7A-4658B1FF2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016BB-830A-4FF8-995B-5EA994DC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2EC6-70A0-41DD-A8AC-5EA0A9F6FD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F0444-F1B1-44E2-A052-4836099B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92970-5D15-4AA5-BDBF-BA2919A0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EE49-2A3F-4AF7-AF6D-023F0B298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891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4E1792-ECD4-41D4-B367-F34A3C4FD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2EC6-70A0-41DD-A8AC-5EA0A9F6FD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4CF1C6-5F82-48B9-B198-6FCCA8FAF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6944F-4ECC-42CB-B383-49B044C6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EE49-2A3F-4AF7-AF6D-023F0B298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0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E349-F618-4170-B7E9-0BE62D6AC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CBAA2-EAF0-41B5-9DC8-340B3E0A7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4AE23-AF27-4CD2-B8B9-B1D80C623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F7AEA-B441-4DF1-8F78-16606061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2EC6-70A0-41DD-A8AC-5EA0A9F6FD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21AB7-AC8A-453F-BF97-A4514F375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DF99F-18AB-4B1C-8CDD-37A01A989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EE49-2A3F-4AF7-AF6D-023F0B298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2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3950-C411-48F2-817C-9BB87306C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3121D0-C305-4CA0-BF43-19A2A17FB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CFCF4-7827-45F6-871F-4AB5B1792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73A27-20C6-4BA7-9B40-AC7F5A9AE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2EC6-70A0-41DD-A8AC-5EA0A9F6FD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07E38-3EAE-4894-A997-9EE148C41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BFB4E-AB30-4606-81B7-672F16F3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EE49-2A3F-4AF7-AF6D-023F0B298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107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0A1A-1302-475E-81FE-7D048111F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771B7-E3A5-4004-A538-EE48F3E08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B6FF2-AE1B-4617-B5FD-3E2AD0139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2EC6-70A0-41DD-A8AC-5EA0A9F6FD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A0288-A0A5-495F-B670-9BB926416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CE68A-8974-464C-952E-7FB9B8BCC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EE49-2A3F-4AF7-AF6D-023F0B298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551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7D25F1-5BB2-41AD-9F23-ECAFC54A6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F3428-7DD4-4A6B-9994-96C581751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43A58-6C09-4BBE-93A1-C7C83ED53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2EC6-70A0-41DD-A8AC-5EA0A9F6FD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0CD47-4284-48AE-A0D5-CF17A2FA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15F22-0B47-4D6B-822F-4F6047F2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EE49-2A3F-4AF7-AF6D-023F0B298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63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85E48B-2556-47BE-9E91-EF784FABA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BF72D-EFBA-400C-82A1-1ADA21EDA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EA177-9AEE-423C-9E92-802200B46E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22EC6-70A0-41DD-A8AC-5EA0A9F6FDEA}" type="datetimeFigureOut">
              <a:rPr lang="en-GB" smtClean="0"/>
              <a:t>24/09/2020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CED11-299F-40DC-860E-451E67EB9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08843-7620-4F1C-BBAF-7396499DBB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7EE49-2A3F-4AF7-AF6D-023F0B2980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755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26" Type="http://schemas.openxmlformats.org/officeDocument/2006/relationships/image" Target="../media/image24.emf"/><Relationship Id="rId3" Type="http://schemas.openxmlformats.org/officeDocument/2006/relationships/image" Target="../media/image1.emf"/><Relationship Id="rId21" Type="http://schemas.openxmlformats.org/officeDocument/2006/relationships/image" Target="../media/image19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5" Type="http://schemas.openxmlformats.org/officeDocument/2006/relationships/image" Target="../media/image2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29" Type="http://schemas.openxmlformats.org/officeDocument/2006/relationships/image" Target="../media/image27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24" Type="http://schemas.openxmlformats.org/officeDocument/2006/relationships/image" Target="../media/image22.emf"/><Relationship Id="rId5" Type="http://schemas.openxmlformats.org/officeDocument/2006/relationships/image" Target="../media/image3.emf"/><Relationship Id="rId15" Type="http://schemas.openxmlformats.org/officeDocument/2006/relationships/image" Target="../media/image13.emf"/><Relationship Id="rId23" Type="http://schemas.openxmlformats.org/officeDocument/2006/relationships/image" Target="../media/image21.emf"/><Relationship Id="rId28" Type="http://schemas.openxmlformats.org/officeDocument/2006/relationships/image" Target="../media/image26.emf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31" Type="http://schemas.openxmlformats.org/officeDocument/2006/relationships/image" Target="../media/image29.png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Relationship Id="rId22" Type="http://schemas.openxmlformats.org/officeDocument/2006/relationships/image" Target="../media/image20.emf"/><Relationship Id="rId27" Type="http://schemas.openxmlformats.org/officeDocument/2006/relationships/image" Target="../media/image25.emf"/><Relationship Id="rId30" Type="http://schemas.openxmlformats.org/officeDocument/2006/relationships/image" Target="../media/image28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image" Target="../media/image41.emf"/><Relationship Id="rId18" Type="http://schemas.openxmlformats.org/officeDocument/2006/relationships/image" Target="../media/image46.emf"/><Relationship Id="rId26" Type="http://schemas.openxmlformats.org/officeDocument/2006/relationships/image" Target="../media/image21.emf"/><Relationship Id="rId3" Type="http://schemas.openxmlformats.org/officeDocument/2006/relationships/image" Target="../media/image31.emf"/><Relationship Id="rId21" Type="http://schemas.openxmlformats.org/officeDocument/2006/relationships/image" Target="../media/image49.emf"/><Relationship Id="rId7" Type="http://schemas.openxmlformats.org/officeDocument/2006/relationships/image" Target="../media/image35.emf"/><Relationship Id="rId12" Type="http://schemas.openxmlformats.org/officeDocument/2006/relationships/image" Target="../media/image40.emf"/><Relationship Id="rId17" Type="http://schemas.openxmlformats.org/officeDocument/2006/relationships/image" Target="../media/image45.emf"/><Relationship Id="rId25" Type="http://schemas.openxmlformats.org/officeDocument/2006/relationships/image" Target="../media/image53.emf"/><Relationship Id="rId2" Type="http://schemas.openxmlformats.org/officeDocument/2006/relationships/image" Target="../media/image30.emf"/><Relationship Id="rId16" Type="http://schemas.openxmlformats.org/officeDocument/2006/relationships/image" Target="../media/image44.emf"/><Relationship Id="rId20" Type="http://schemas.openxmlformats.org/officeDocument/2006/relationships/image" Target="../media/image4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emf"/><Relationship Id="rId11" Type="http://schemas.openxmlformats.org/officeDocument/2006/relationships/image" Target="../media/image39.emf"/><Relationship Id="rId24" Type="http://schemas.openxmlformats.org/officeDocument/2006/relationships/image" Target="../media/image52.emf"/><Relationship Id="rId5" Type="http://schemas.openxmlformats.org/officeDocument/2006/relationships/image" Target="../media/image33.emf"/><Relationship Id="rId15" Type="http://schemas.openxmlformats.org/officeDocument/2006/relationships/image" Target="../media/image43.emf"/><Relationship Id="rId23" Type="http://schemas.openxmlformats.org/officeDocument/2006/relationships/image" Target="../media/image51.emf"/><Relationship Id="rId28" Type="http://schemas.openxmlformats.org/officeDocument/2006/relationships/image" Target="../media/image29.png"/><Relationship Id="rId10" Type="http://schemas.openxmlformats.org/officeDocument/2006/relationships/image" Target="../media/image38.emf"/><Relationship Id="rId19" Type="http://schemas.openxmlformats.org/officeDocument/2006/relationships/image" Target="../media/image47.emf"/><Relationship Id="rId4" Type="http://schemas.openxmlformats.org/officeDocument/2006/relationships/image" Target="../media/image32.emf"/><Relationship Id="rId9" Type="http://schemas.openxmlformats.org/officeDocument/2006/relationships/image" Target="../media/image37.emf"/><Relationship Id="rId14" Type="http://schemas.openxmlformats.org/officeDocument/2006/relationships/image" Target="../media/image42.emf"/><Relationship Id="rId22" Type="http://schemas.openxmlformats.org/officeDocument/2006/relationships/image" Target="../media/image50.emf"/><Relationship Id="rId27" Type="http://schemas.openxmlformats.org/officeDocument/2006/relationships/image" Target="../media/image28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3" name="Picture 1082">
            <a:extLst>
              <a:ext uri="{FF2B5EF4-FFF2-40B4-BE49-F238E27FC236}">
                <a16:creationId xmlns:a16="http://schemas.microsoft.com/office/drawing/2014/main" id="{25C927B1-33A2-47A1-BB16-C0D308612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466" y="1036146"/>
            <a:ext cx="1368000" cy="1368000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4FEE4E52-6B4E-45B5-9300-197433DE17A4}"/>
              </a:ext>
            </a:extLst>
          </p:cNvPr>
          <p:cNvGrpSpPr/>
          <p:nvPr/>
        </p:nvGrpSpPr>
        <p:grpSpPr>
          <a:xfrm>
            <a:off x="74744" y="4744796"/>
            <a:ext cx="12072396" cy="1383388"/>
            <a:chOff x="59802" y="5478221"/>
            <a:chExt cx="12072396" cy="1383388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802FA2B5-F281-4203-A294-D08094290594}"/>
                </a:ext>
              </a:extLst>
            </p:cNvPr>
            <p:cNvGrpSpPr/>
            <p:nvPr/>
          </p:nvGrpSpPr>
          <p:grpSpPr>
            <a:xfrm>
              <a:off x="10764198" y="5478221"/>
              <a:ext cx="1368000" cy="1383388"/>
              <a:chOff x="10391244" y="5094803"/>
              <a:chExt cx="1368000" cy="1383388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BC9A5307-CC26-4607-AA06-24B88B3C36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91244" y="5094803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5B58118-0577-48E8-A7FA-3256C944FABA}"/>
                  </a:ext>
                </a:extLst>
              </p:cNvPr>
              <p:cNvSpPr txBox="1"/>
              <p:nvPr/>
            </p:nvSpPr>
            <p:spPr>
              <a:xfrm>
                <a:off x="11471986" y="6247359"/>
                <a:ext cx="287258" cy="21544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25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9C5AD3C-97A6-4DCC-B631-E0E5606EE3C9}"/>
                  </a:ext>
                </a:extLst>
              </p:cNvPr>
              <p:cNvSpPr txBox="1"/>
              <p:nvPr/>
            </p:nvSpPr>
            <p:spPr>
              <a:xfrm>
                <a:off x="10817000" y="6247359"/>
                <a:ext cx="51648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1.0kOe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43D9BD0-592F-4239-954A-42BA4D992412}"/>
                </a:ext>
              </a:extLst>
            </p:cNvPr>
            <p:cNvGrpSpPr/>
            <p:nvPr/>
          </p:nvGrpSpPr>
          <p:grpSpPr>
            <a:xfrm>
              <a:off x="9426152" y="5485915"/>
              <a:ext cx="1368000" cy="1368000"/>
              <a:chOff x="9107735" y="5094803"/>
              <a:chExt cx="1368000" cy="136800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EA5CC75-9A80-4A8B-9C06-445CFF93EB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07735" y="5094803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5F70959-ADCF-462F-A25D-4D7493851ACD}"/>
                  </a:ext>
                </a:extLst>
              </p:cNvPr>
              <p:cNvSpPr txBox="1"/>
              <p:nvPr/>
            </p:nvSpPr>
            <p:spPr>
              <a:xfrm>
                <a:off x="10188477" y="6247359"/>
                <a:ext cx="287258" cy="215444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24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5DEF4EF-5E91-4218-B888-2D05F2FB360F}"/>
                  </a:ext>
                </a:extLst>
              </p:cNvPr>
              <p:cNvSpPr txBox="1"/>
              <p:nvPr/>
            </p:nvSpPr>
            <p:spPr>
              <a:xfrm>
                <a:off x="9618611" y="6229889"/>
                <a:ext cx="51648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0.5kOe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FDBF366-B101-454D-A87E-1B817320257B}"/>
                </a:ext>
              </a:extLst>
            </p:cNvPr>
            <p:cNvGrpSpPr/>
            <p:nvPr/>
          </p:nvGrpSpPr>
          <p:grpSpPr>
            <a:xfrm>
              <a:off x="8088102" y="5485915"/>
              <a:ext cx="1368000" cy="1368000"/>
              <a:chOff x="7824226" y="5094803"/>
              <a:chExt cx="1368000" cy="1368000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64D4BDEF-E273-4EB5-8FA4-260F21A7E8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24226" y="5094803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7D836E5-A66B-46E9-BCF2-19E73C9CCD4A}"/>
                  </a:ext>
                </a:extLst>
              </p:cNvPr>
              <p:cNvSpPr txBox="1"/>
              <p:nvPr/>
            </p:nvSpPr>
            <p:spPr>
              <a:xfrm>
                <a:off x="8904968" y="6247359"/>
                <a:ext cx="287258" cy="215444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23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FAD4119-A035-432E-B5E0-34EE52899378}"/>
                  </a:ext>
                </a:extLst>
              </p:cNvPr>
              <p:cNvSpPr txBox="1"/>
              <p:nvPr/>
            </p:nvSpPr>
            <p:spPr>
              <a:xfrm>
                <a:off x="8249982" y="6231971"/>
                <a:ext cx="51648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0.2kOe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FDB8B412-1E79-49A3-817C-CCA105E227E9}"/>
                </a:ext>
              </a:extLst>
            </p:cNvPr>
            <p:cNvGrpSpPr/>
            <p:nvPr/>
          </p:nvGrpSpPr>
          <p:grpSpPr>
            <a:xfrm>
              <a:off x="6750052" y="5485915"/>
              <a:ext cx="1368000" cy="1368000"/>
              <a:chOff x="6540717" y="5094803"/>
              <a:chExt cx="1368000" cy="1368000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53187DCB-7F3C-4A1A-BD12-06384A57C7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40717" y="5094803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A7DEA3D-D0A9-4A80-B80E-AE3AF6B255B7}"/>
                  </a:ext>
                </a:extLst>
              </p:cNvPr>
              <p:cNvSpPr txBox="1"/>
              <p:nvPr/>
            </p:nvSpPr>
            <p:spPr>
              <a:xfrm>
                <a:off x="7621459" y="6247359"/>
                <a:ext cx="287258" cy="215444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22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4B34B95-50A2-4887-92D1-52DC552E44ED}"/>
                  </a:ext>
                </a:extLst>
              </p:cNvPr>
              <p:cNvSpPr txBox="1"/>
              <p:nvPr/>
            </p:nvSpPr>
            <p:spPr>
              <a:xfrm>
                <a:off x="6966473" y="6231971"/>
                <a:ext cx="51648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0.1kOe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64AB0F2-B646-4913-8AB2-F244B64329DF}"/>
                </a:ext>
              </a:extLst>
            </p:cNvPr>
            <p:cNvGrpSpPr/>
            <p:nvPr/>
          </p:nvGrpSpPr>
          <p:grpSpPr>
            <a:xfrm>
              <a:off x="5412002" y="5485915"/>
              <a:ext cx="1368000" cy="1368000"/>
              <a:chOff x="5211016" y="5094803"/>
              <a:chExt cx="1368000" cy="1368000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4D91F61C-AF6C-45C9-BBB7-EB77F59B19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11016" y="5094803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A1250E4-313C-45FB-A510-061BD8A18E47}"/>
                  </a:ext>
                </a:extLst>
              </p:cNvPr>
              <p:cNvSpPr txBox="1"/>
              <p:nvPr/>
            </p:nvSpPr>
            <p:spPr>
              <a:xfrm>
                <a:off x="6291758" y="6247359"/>
                <a:ext cx="287258" cy="215444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21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BC07D6B-69E0-4BC9-8CB7-0F663ED36350}"/>
                  </a:ext>
                </a:extLst>
              </p:cNvPr>
              <p:cNvSpPr txBox="1"/>
              <p:nvPr/>
            </p:nvSpPr>
            <p:spPr>
              <a:xfrm>
                <a:off x="5636772" y="6230930"/>
                <a:ext cx="51648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0.0kOe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AFAA561-3C10-408F-92D4-403A3C64940E}"/>
                  </a:ext>
                </a:extLst>
              </p:cNvPr>
              <p:cNvSpPr txBox="1"/>
              <p:nvPr/>
            </p:nvSpPr>
            <p:spPr>
              <a:xfrm>
                <a:off x="5636770" y="6230869"/>
                <a:ext cx="51648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0.0kOe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410F151-A630-45CA-9BA7-D445553DA7A6}"/>
                </a:ext>
              </a:extLst>
            </p:cNvPr>
            <p:cNvGrpSpPr/>
            <p:nvPr/>
          </p:nvGrpSpPr>
          <p:grpSpPr>
            <a:xfrm>
              <a:off x="4073952" y="5485915"/>
              <a:ext cx="1368000" cy="1368000"/>
              <a:chOff x="3881315" y="5094803"/>
              <a:chExt cx="1368000" cy="136800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0456E27-C5B7-4B9D-80D0-796DE98CE1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81315" y="5094803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AA121B0-BC7F-43B6-B2C7-2D2F26255A2E}"/>
                  </a:ext>
                </a:extLst>
              </p:cNvPr>
              <p:cNvSpPr txBox="1"/>
              <p:nvPr/>
            </p:nvSpPr>
            <p:spPr>
              <a:xfrm>
                <a:off x="4962057" y="6247359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20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B70180C-B05B-43A2-843C-77E4252F0A75}"/>
                  </a:ext>
                </a:extLst>
              </p:cNvPr>
              <p:cNvSpPr txBox="1"/>
              <p:nvPr/>
            </p:nvSpPr>
            <p:spPr>
              <a:xfrm>
                <a:off x="4289438" y="6230930"/>
                <a:ext cx="55175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-0.1kOe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B61FCFF-D322-4F8A-A362-A70F0FDD2F3B}"/>
                </a:ext>
              </a:extLst>
            </p:cNvPr>
            <p:cNvGrpSpPr/>
            <p:nvPr/>
          </p:nvGrpSpPr>
          <p:grpSpPr>
            <a:xfrm>
              <a:off x="2735902" y="5485915"/>
              <a:ext cx="1368000" cy="1368000"/>
              <a:chOff x="2510875" y="5094803"/>
              <a:chExt cx="1368000" cy="1368000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15E6033A-AB0D-4726-90D1-C8DA19FB9C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10875" y="5094803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40F0F9A-6B9C-41B9-A25E-421891270D25}"/>
                  </a:ext>
                </a:extLst>
              </p:cNvPr>
              <p:cNvSpPr txBox="1"/>
              <p:nvPr/>
            </p:nvSpPr>
            <p:spPr>
              <a:xfrm>
                <a:off x="3591617" y="6247359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19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CF87FD8-73FB-4B2D-AACB-993EC0B22769}"/>
                  </a:ext>
                </a:extLst>
              </p:cNvPr>
              <p:cNvSpPr txBox="1"/>
              <p:nvPr/>
            </p:nvSpPr>
            <p:spPr>
              <a:xfrm>
                <a:off x="2918998" y="6230930"/>
                <a:ext cx="55175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-0.2kOe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C93BD4D-5ADB-492E-8230-B6127CA4622F}"/>
                </a:ext>
              </a:extLst>
            </p:cNvPr>
            <p:cNvGrpSpPr/>
            <p:nvPr/>
          </p:nvGrpSpPr>
          <p:grpSpPr>
            <a:xfrm>
              <a:off x="1397852" y="5485915"/>
              <a:ext cx="1368000" cy="1368000"/>
              <a:chOff x="1126384" y="5094803"/>
              <a:chExt cx="1368000" cy="1368000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E33B2B8F-703E-4A52-A267-0A098C344E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26384" y="5094803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49C617C-762E-45D0-93AD-9E9F51FF8DDE}"/>
                  </a:ext>
                </a:extLst>
              </p:cNvPr>
              <p:cNvSpPr txBox="1"/>
              <p:nvPr/>
            </p:nvSpPr>
            <p:spPr>
              <a:xfrm>
                <a:off x="2207126" y="6247359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18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D47626E-9C02-4CE1-B3E9-AA5343E3F1B2}"/>
                  </a:ext>
                </a:extLst>
              </p:cNvPr>
              <p:cNvSpPr txBox="1"/>
              <p:nvPr/>
            </p:nvSpPr>
            <p:spPr>
              <a:xfrm>
                <a:off x="1534507" y="6230930"/>
                <a:ext cx="55175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-0.5kOe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EC67E9E-8710-4255-9091-A692B863C201}"/>
                </a:ext>
              </a:extLst>
            </p:cNvPr>
            <p:cNvGrpSpPr/>
            <p:nvPr/>
          </p:nvGrpSpPr>
          <p:grpSpPr>
            <a:xfrm>
              <a:off x="59802" y="5485915"/>
              <a:ext cx="1368000" cy="1368000"/>
              <a:chOff x="-283015" y="5110191"/>
              <a:chExt cx="1368000" cy="1368000"/>
            </a:xfrm>
          </p:grpSpPr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117A15A6-513E-42DD-AF6E-2A6DD1D6DE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283015" y="5110191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63708A-D2BE-4F4F-A9E7-D58C2CB43901}"/>
                  </a:ext>
                </a:extLst>
              </p:cNvPr>
              <p:cNvSpPr txBox="1"/>
              <p:nvPr/>
            </p:nvSpPr>
            <p:spPr>
              <a:xfrm>
                <a:off x="796829" y="6261645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17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5067D08-F751-4834-84E4-34009B3ADA36}"/>
                  </a:ext>
                </a:extLst>
              </p:cNvPr>
              <p:cNvSpPr txBox="1"/>
              <p:nvPr/>
            </p:nvSpPr>
            <p:spPr>
              <a:xfrm>
                <a:off x="125108" y="6230930"/>
                <a:ext cx="55175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-1.0kOe</a:t>
                </a:r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6C92FE58-68EF-45E6-8875-3A7C89122672}"/>
              </a:ext>
            </a:extLst>
          </p:cNvPr>
          <p:cNvGrpSpPr/>
          <p:nvPr/>
        </p:nvGrpSpPr>
        <p:grpSpPr>
          <a:xfrm>
            <a:off x="-614184" y="2901067"/>
            <a:ext cx="12082255" cy="1368000"/>
            <a:chOff x="118286" y="2800518"/>
            <a:chExt cx="12082255" cy="1368000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8C736F6C-A458-43B0-809B-AD96C42A8CC8}"/>
                </a:ext>
              </a:extLst>
            </p:cNvPr>
            <p:cNvGrpSpPr/>
            <p:nvPr/>
          </p:nvGrpSpPr>
          <p:grpSpPr>
            <a:xfrm>
              <a:off x="118286" y="2800518"/>
              <a:ext cx="1368000" cy="1368000"/>
              <a:chOff x="867832" y="2528415"/>
              <a:chExt cx="1368000" cy="1368000"/>
            </a:xfrm>
          </p:grpSpPr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B2B03241-B18B-4D45-845E-9D1CC423CF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7832" y="2528415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6B5713A-4BD2-4ACF-B2D7-7A9AD226A695}"/>
                  </a:ext>
                </a:extLst>
              </p:cNvPr>
              <p:cNvSpPr txBox="1"/>
              <p:nvPr/>
            </p:nvSpPr>
            <p:spPr>
              <a:xfrm>
                <a:off x="1948574" y="3680971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15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B3E2A0FA-ABC7-4913-8C47-959DED4A40A3}"/>
                  </a:ext>
                </a:extLst>
              </p:cNvPr>
              <p:cNvSpPr txBox="1"/>
              <p:nvPr/>
            </p:nvSpPr>
            <p:spPr>
              <a:xfrm>
                <a:off x="1252370" y="3665583"/>
                <a:ext cx="55175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-1.0kOe</a:t>
                </a: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46E70568-1477-411E-92A9-B6E9FEBCF8AB}"/>
                </a:ext>
              </a:extLst>
            </p:cNvPr>
            <p:cNvGrpSpPr/>
            <p:nvPr/>
          </p:nvGrpSpPr>
          <p:grpSpPr>
            <a:xfrm>
              <a:off x="1457568" y="2800518"/>
              <a:ext cx="1368000" cy="1368000"/>
              <a:chOff x="2177090" y="2528415"/>
              <a:chExt cx="1368000" cy="1368000"/>
            </a:xfrm>
          </p:grpSpPr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FF24411D-5A45-4748-891C-A2B71CFD5F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77090" y="2528415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4DB0A1BE-B901-4755-81DE-972143C2F77E}"/>
                  </a:ext>
                </a:extLst>
              </p:cNvPr>
              <p:cNvSpPr txBox="1"/>
              <p:nvPr/>
            </p:nvSpPr>
            <p:spPr>
              <a:xfrm>
                <a:off x="3257832" y="3680971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14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5748F02-A49F-4956-9B1D-BCC67B0572D5}"/>
                  </a:ext>
                </a:extLst>
              </p:cNvPr>
              <p:cNvSpPr txBox="1"/>
              <p:nvPr/>
            </p:nvSpPr>
            <p:spPr>
              <a:xfrm>
                <a:off x="2585213" y="3665583"/>
                <a:ext cx="55175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-0.5kOe</a:t>
                </a: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B9E038E3-1491-4228-B6F4-8E5CACCAFC11}"/>
                </a:ext>
              </a:extLst>
            </p:cNvPr>
            <p:cNvGrpSpPr/>
            <p:nvPr/>
          </p:nvGrpSpPr>
          <p:grpSpPr>
            <a:xfrm>
              <a:off x="2796850" y="2800518"/>
              <a:ext cx="1368000" cy="1368000"/>
              <a:chOff x="3491555" y="2528415"/>
              <a:chExt cx="1368000" cy="1368000"/>
            </a:xfrm>
          </p:grpSpPr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09F1F5CF-AEA8-4E8C-A828-D9AD8403EA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91555" y="2528415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2B9B761-439E-454C-B0E9-CB1D73CA3003}"/>
                  </a:ext>
                </a:extLst>
              </p:cNvPr>
              <p:cNvSpPr txBox="1"/>
              <p:nvPr/>
            </p:nvSpPr>
            <p:spPr>
              <a:xfrm>
                <a:off x="4572297" y="3680971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13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D39044A-58B5-46E6-B562-F6D4B50FC819}"/>
                  </a:ext>
                </a:extLst>
              </p:cNvPr>
              <p:cNvSpPr txBox="1"/>
              <p:nvPr/>
            </p:nvSpPr>
            <p:spPr>
              <a:xfrm>
                <a:off x="3899678" y="3665583"/>
                <a:ext cx="55175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-0.2kOe</a:t>
                </a:r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5985D754-427F-4285-A67A-7E135A7E42B9}"/>
                </a:ext>
              </a:extLst>
            </p:cNvPr>
            <p:cNvGrpSpPr/>
            <p:nvPr/>
          </p:nvGrpSpPr>
          <p:grpSpPr>
            <a:xfrm>
              <a:off x="4136132" y="2800518"/>
              <a:ext cx="1368000" cy="1368000"/>
              <a:chOff x="4862680" y="2528415"/>
              <a:chExt cx="1368000" cy="1368000"/>
            </a:xfrm>
          </p:grpSpPr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59964E59-5FCE-4BEB-AADA-B1C6B328CF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862680" y="2528415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22035F4-738E-4153-ADB6-43AB4BCD2136}"/>
                  </a:ext>
                </a:extLst>
              </p:cNvPr>
              <p:cNvSpPr txBox="1"/>
              <p:nvPr/>
            </p:nvSpPr>
            <p:spPr>
              <a:xfrm>
                <a:off x="5943422" y="3680971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12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8A11B04-C050-4446-AA3D-4899EFB5A658}"/>
                  </a:ext>
                </a:extLst>
              </p:cNvPr>
              <p:cNvSpPr txBox="1"/>
              <p:nvPr/>
            </p:nvSpPr>
            <p:spPr>
              <a:xfrm>
                <a:off x="5270803" y="3665583"/>
                <a:ext cx="55175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-0.1kOe</a:t>
                </a:r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A6139BA6-7E99-4C4D-A300-3E557370E0DD}"/>
                </a:ext>
              </a:extLst>
            </p:cNvPr>
            <p:cNvGrpSpPr/>
            <p:nvPr/>
          </p:nvGrpSpPr>
          <p:grpSpPr>
            <a:xfrm>
              <a:off x="5475414" y="2800518"/>
              <a:ext cx="1368000" cy="1368000"/>
              <a:chOff x="6116428" y="2528415"/>
              <a:chExt cx="1368000" cy="1368000"/>
            </a:xfrm>
          </p:grpSpPr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B5A53175-E6F6-42C1-8ADE-3DDBC053F4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16428" y="2528415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D3FA924-CB32-4EE5-9527-2F6DB0155AA9}"/>
                  </a:ext>
                </a:extLst>
              </p:cNvPr>
              <p:cNvSpPr txBox="1"/>
              <p:nvPr/>
            </p:nvSpPr>
            <p:spPr>
              <a:xfrm>
                <a:off x="7197170" y="3680971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11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8EF1C1EC-1AFB-4327-B223-DF13F4C776FA}"/>
                  </a:ext>
                </a:extLst>
              </p:cNvPr>
              <p:cNvSpPr txBox="1"/>
              <p:nvPr/>
            </p:nvSpPr>
            <p:spPr>
              <a:xfrm>
                <a:off x="6542184" y="3665583"/>
                <a:ext cx="51648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0.0kOe</a:t>
                </a: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8DC4DA8D-7580-4F20-ACB8-F2F99532A754}"/>
                </a:ext>
              </a:extLst>
            </p:cNvPr>
            <p:cNvGrpSpPr/>
            <p:nvPr/>
          </p:nvGrpSpPr>
          <p:grpSpPr>
            <a:xfrm>
              <a:off x="6814696" y="2800518"/>
              <a:ext cx="1368000" cy="1368000"/>
              <a:chOff x="7496390" y="2528415"/>
              <a:chExt cx="1368000" cy="1368000"/>
            </a:xfrm>
          </p:grpSpPr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749A86E3-4D18-4D09-A049-794A713811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96390" y="2528415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64B5840-0833-41B3-B9DA-77EDD541D0FE}"/>
                  </a:ext>
                </a:extLst>
              </p:cNvPr>
              <p:cNvSpPr txBox="1"/>
              <p:nvPr/>
            </p:nvSpPr>
            <p:spPr>
              <a:xfrm>
                <a:off x="8577132" y="3680971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10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F9E2BDB-2722-4A3B-94AA-E66EFA09379E}"/>
                  </a:ext>
                </a:extLst>
              </p:cNvPr>
              <p:cNvSpPr txBox="1"/>
              <p:nvPr/>
            </p:nvSpPr>
            <p:spPr>
              <a:xfrm>
                <a:off x="7922146" y="3665583"/>
                <a:ext cx="51648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0.1kOe</a:t>
                </a: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8C689E70-FFDA-4C77-905B-4332C79EF270}"/>
                </a:ext>
              </a:extLst>
            </p:cNvPr>
            <p:cNvGrpSpPr/>
            <p:nvPr/>
          </p:nvGrpSpPr>
          <p:grpSpPr>
            <a:xfrm>
              <a:off x="8153978" y="2800518"/>
              <a:ext cx="1368000" cy="1368000"/>
              <a:chOff x="8772227" y="2528415"/>
              <a:chExt cx="1368000" cy="1368000"/>
            </a:xfrm>
          </p:grpSpPr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8341D854-7DE4-4AA2-91B4-A75A53D0DA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72227" y="2528415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C422D92-5D3A-41F8-9A04-923BE4700243}"/>
                  </a:ext>
                </a:extLst>
              </p:cNvPr>
              <p:cNvSpPr txBox="1"/>
              <p:nvPr/>
            </p:nvSpPr>
            <p:spPr>
              <a:xfrm>
                <a:off x="9852969" y="3680971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09</a:t>
                </a: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727F72F-B557-4128-81D2-23AB7ED39878}"/>
                  </a:ext>
                </a:extLst>
              </p:cNvPr>
              <p:cNvSpPr txBox="1"/>
              <p:nvPr/>
            </p:nvSpPr>
            <p:spPr>
              <a:xfrm>
                <a:off x="9197983" y="3665583"/>
                <a:ext cx="51648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0.2kOe</a:t>
                </a: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69F70B6D-EEE2-4EA3-A397-1185E8847353}"/>
                </a:ext>
              </a:extLst>
            </p:cNvPr>
            <p:cNvGrpSpPr/>
            <p:nvPr/>
          </p:nvGrpSpPr>
          <p:grpSpPr>
            <a:xfrm>
              <a:off x="9493260" y="2800518"/>
              <a:ext cx="1368000" cy="1368000"/>
              <a:chOff x="9937028" y="2528415"/>
              <a:chExt cx="1368000" cy="1368000"/>
            </a:xfrm>
          </p:grpSpPr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C462CB23-8DE2-457B-9EAA-0F8259C77D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937028" y="2528415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95CEB09-EB08-433E-84B8-4DBE60BFDB58}"/>
                  </a:ext>
                </a:extLst>
              </p:cNvPr>
              <p:cNvSpPr txBox="1"/>
              <p:nvPr/>
            </p:nvSpPr>
            <p:spPr>
              <a:xfrm>
                <a:off x="11017770" y="3680971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08</a:t>
                </a: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92CCA48-B914-44F3-9562-FE77FB12C0EF}"/>
                  </a:ext>
                </a:extLst>
              </p:cNvPr>
              <p:cNvSpPr txBox="1"/>
              <p:nvPr/>
            </p:nvSpPr>
            <p:spPr>
              <a:xfrm>
                <a:off x="10362784" y="3665583"/>
                <a:ext cx="51648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0.5kOe</a:t>
                </a: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C0C77AA5-A7BD-46CF-BE89-93CC16311288}"/>
                </a:ext>
              </a:extLst>
            </p:cNvPr>
            <p:cNvGrpSpPr/>
            <p:nvPr/>
          </p:nvGrpSpPr>
          <p:grpSpPr>
            <a:xfrm>
              <a:off x="10832541" y="2800518"/>
              <a:ext cx="1368000" cy="1368000"/>
              <a:chOff x="11651283" y="2528415"/>
              <a:chExt cx="1368000" cy="1368000"/>
            </a:xfrm>
          </p:grpSpPr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B33582A4-2ED5-48E0-AB35-489BBD9D04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651283" y="2528415"/>
                <a:ext cx="1368000" cy="1368000"/>
              </a:xfrm>
              <a:prstGeom prst="rect">
                <a:avLst/>
              </a:prstGeom>
            </p:spPr>
          </p:pic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9015371-3A5A-40EE-ACDC-BBA85DAC957B}"/>
                  </a:ext>
                </a:extLst>
              </p:cNvPr>
              <p:cNvSpPr txBox="1"/>
              <p:nvPr/>
            </p:nvSpPr>
            <p:spPr>
              <a:xfrm>
                <a:off x="12732025" y="3680971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07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B954DF0-3638-417A-BAA7-2B9DDEA6AE32}"/>
                  </a:ext>
                </a:extLst>
              </p:cNvPr>
              <p:cNvSpPr txBox="1"/>
              <p:nvPr/>
            </p:nvSpPr>
            <p:spPr>
              <a:xfrm>
                <a:off x="12077039" y="3665583"/>
                <a:ext cx="51648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1.0kOe</a:t>
                </a: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056749D-A658-48E6-8206-13F216789D11}"/>
              </a:ext>
            </a:extLst>
          </p:cNvPr>
          <p:cNvGrpSpPr/>
          <p:nvPr/>
        </p:nvGrpSpPr>
        <p:grpSpPr>
          <a:xfrm>
            <a:off x="-1500039" y="2800518"/>
            <a:ext cx="1368000" cy="1368000"/>
            <a:chOff x="-782791" y="2528415"/>
            <a:chExt cx="1368000" cy="1368000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EAB764F4-2442-4ACC-8DF3-98F382EA3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-782791" y="2528415"/>
              <a:ext cx="1368000" cy="1368000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C7ED4BB-0756-4D0C-9DA5-A838C13D82BF}"/>
                </a:ext>
              </a:extLst>
            </p:cNvPr>
            <p:cNvSpPr txBox="1"/>
            <p:nvPr/>
          </p:nvSpPr>
          <p:spPr>
            <a:xfrm>
              <a:off x="297951" y="3680971"/>
              <a:ext cx="287258" cy="21544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1"/>
                  </a:solidFill>
                </a:rPr>
                <a:t>16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13E2B7E-0BCF-4A65-9E70-BA030C97CED1}"/>
                </a:ext>
              </a:extLst>
            </p:cNvPr>
            <p:cNvSpPr txBox="1"/>
            <p:nvPr/>
          </p:nvSpPr>
          <p:spPr>
            <a:xfrm>
              <a:off x="-374668" y="3665583"/>
              <a:ext cx="55175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-5.0kOe</a:t>
              </a: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4F0988DF-15ED-494F-A39B-21598E7A3D09}"/>
              </a:ext>
            </a:extLst>
          </p:cNvPr>
          <p:cNvGrpSpPr/>
          <p:nvPr/>
        </p:nvGrpSpPr>
        <p:grpSpPr>
          <a:xfrm>
            <a:off x="12380496" y="1055479"/>
            <a:ext cx="1368000" cy="1368000"/>
            <a:chOff x="12203591" y="2908240"/>
            <a:chExt cx="1368000" cy="1368000"/>
          </a:xfrm>
        </p:grpSpPr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A7B59A9D-683F-469B-A0D4-F9D082C3C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2203591" y="2908240"/>
              <a:ext cx="1368000" cy="1368000"/>
            </a:xfrm>
            <a:prstGeom prst="rect">
              <a:avLst/>
            </a:prstGeom>
          </p:spPr>
        </p:pic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70F6A10D-C749-4E58-8EA8-2242622ACD2C}"/>
                </a:ext>
              </a:extLst>
            </p:cNvPr>
            <p:cNvSpPr txBox="1"/>
            <p:nvPr/>
          </p:nvSpPr>
          <p:spPr>
            <a:xfrm>
              <a:off x="13284333" y="4060796"/>
              <a:ext cx="287258" cy="21544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1"/>
                  </a:solidFill>
                </a:rPr>
                <a:t>06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C7308A7E-810A-4DE9-AC24-BC4C9685A51C}"/>
                </a:ext>
              </a:extLst>
            </p:cNvPr>
            <p:cNvSpPr txBox="1"/>
            <p:nvPr/>
          </p:nvSpPr>
          <p:spPr>
            <a:xfrm>
              <a:off x="12629347" y="4045408"/>
              <a:ext cx="51648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2.0kOe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AE158B4-6803-465C-857B-D61DC35B9950}"/>
              </a:ext>
            </a:extLst>
          </p:cNvPr>
          <p:cNvGrpSpPr/>
          <p:nvPr/>
        </p:nvGrpSpPr>
        <p:grpSpPr>
          <a:xfrm>
            <a:off x="10768888" y="1036146"/>
            <a:ext cx="1373597" cy="1368000"/>
            <a:chOff x="13157852" y="291628"/>
            <a:chExt cx="1373597" cy="1368000"/>
          </a:xfrm>
        </p:grpSpPr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A6E9EDD0-F269-4378-90FA-F26D612B9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3157852" y="291628"/>
              <a:ext cx="1368000" cy="1368000"/>
            </a:xfrm>
            <a:prstGeom prst="rect">
              <a:avLst/>
            </a:prstGeom>
          </p:spPr>
        </p:pic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DC10687B-E0D4-47F5-930B-F654A00779E7}"/>
                </a:ext>
              </a:extLst>
            </p:cNvPr>
            <p:cNvSpPr txBox="1"/>
            <p:nvPr/>
          </p:nvSpPr>
          <p:spPr>
            <a:xfrm>
              <a:off x="14244191" y="1444184"/>
              <a:ext cx="287258" cy="21544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GB" sz="800" dirty="0">
                  <a:solidFill>
                    <a:schemeClr val="bg1"/>
                  </a:solidFill>
                </a:rPr>
                <a:t>05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66A8D018-F5DE-402B-911F-6B9C601C5DE6}"/>
                </a:ext>
              </a:extLst>
            </p:cNvPr>
            <p:cNvSpPr txBox="1"/>
            <p:nvPr/>
          </p:nvSpPr>
          <p:spPr>
            <a:xfrm>
              <a:off x="13589205" y="1428796"/>
              <a:ext cx="51648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dirty="0"/>
                <a:t>5.0kOe</a:t>
              </a: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1F702D51-0711-47A4-9B15-9E029B20D09A}"/>
              </a:ext>
            </a:extLst>
          </p:cNvPr>
          <p:cNvGrpSpPr/>
          <p:nvPr/>
        </p:nvGrpSpPr>
        <p:grpSpPr>
          <a:xfrm>
            <a:off x="9267785" y="1036146"/>
            <a:ext cx="1368000" cy="1368000"/>
            <a:chOff x="11663517" y="602197"/>
            <a:chExt cx="1368000" cy="1368000"/>
          </a:xfrm>
        </p:grpSpPr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A5721753-C81A-4D54-8889-8FF1A9EBA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1663517" y="602197"/>
              <a:ext cx="1368000" cy="1368000"/>
            </a:xfrm>
            <a:prstGeom prst="rect">
              <a:avLst/>
            </a:prstGeom>
          </p:spPr>
        </p:pic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DD1894CA-8D5C-4045-8F1B-5BEE813B5009}"/>
                </a:ext>
              </a:extLst>
            </p:cNvPr>
            <p:cNvGrpSpPr/>
            <p:nvPr/>
          </p:nvGrpSpPr>
          <p:grpSpPr>
            <a:xfrm>
              <a:off x="12037977" y="1739365"/>
              <a:ext cx="993540" cy="230832"/>
              <a:chOff x="12025814" y="1377071"/>
              <a:chExt cx="993540" cy="230832"/>
            </a:xfrm>
          </p:grpSpPr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76F5AD5F-22CB-4593-BBA8-A72BE8AF8F27}"/>
                  </a:ext>
                </a:extLst>
              </p:cNvPr>
              <p:cNvSpPr txBox="1"/>
              <p:nvPr/>
            </p:nvSpPr>
            <p:spPr>
              <a:xfrm>
                <a:off x="12732096" y="1392459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04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313B9E58-F9C3-48BE-98FB-E4206AF13E3B}"/>
                  </a:ext>
                </a:extLst>
              </p:cNvPr>
              <p:cNvSpPr txBox="1"/>
              <p:nvPr/>
            </p:nvSpPr>
            <p:spPr>
              <a:xfrm>
                <a:off x="12025814" y="1377071"/>
                <a:ext cx="51648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4.0kOe</a:t>
                </a:r>
              </a:p>
            </p:txBody>
          </p:sp>
        </p:grp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2C18AF8D-53CE-40CA-8DFB-35AAE315A8CA}"/>
              </a:ext>
            </a:extLst>
          </p:cNvPr>
          <p:cNvGrpSpPr/>
          <p:nvPr/>
        </p:nvGrpSpPr>
        <p:grpSpPr>
          <a:xfrm>
            <a:off x="7766680" y="1036146"/>
            <a:ext cx="1368000" cy="1368000"/>
            <a:chOff x="10093998" y="602197"/>
            <a:chExt cx="1368000" cy="1368000"/>
          </a:xfrm>
        </p:grpSpPr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E874FFF0-B1F1-493E-AA63-5AD1A4CB8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093998" y="602197"/>
              <a:ext cx="1368000" cy="1368000"/>
            </a:xfrm>
            <a:prstGeom prst="rect">
              <a:avLst/>
            </a:prstGeom>
          </p:spPr>
        </p:pic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94D3B9BF-CCB6-471C-833E-D7F2E660E0E0}"/>
                </a:ext>
              </a:extLst>
            </p:cNvPr>
            <p:cNvGrpSpPr/>
            <p:nvPr/>
          </p:nvGrpSpPr>
          <p:grpSpPr>
            <a:xfrm>
              <a:off x="10468458" y="1739365"/>
              <a:ext cx="993540" cy="230832"/>
              <a:chOff x="12781747" y="4197808"/>
              <a:chExt cx="993540" cy="230832"/>
            </a:xfrm>
          </p:grpSpPr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A99B247F-5229-4A83-A9AE-A5574F98B562}"/>
                  </a:ext>
                </a:extLst>
              </p:cNvPr>
              <p:cNvSpPr txBox="1"/>
              <p:nvPr/>
            </p:nvSpPr>
            <p:spPr>
              <a:xfrm>
                <a:off x="13488029" y="4213196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03</a:t>
                </a:r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61F0736E-0E80-4A0A-9DEF-C407DD888B2A}"/>
                  </a:ext>
                </a:extLst>
              </p:cNvPr>
              <p:cNvSpPr txBox="1"/>
              <p:nvPr/>
            </p:nvSpPr>
            <p:spPr>
              <a:xfrm>
                <a:off x="12781747" y="4197808"/>
                <a:ext cx="51648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3.0kOe</a:t>
                </a:r>
              </a:p>
            </p:txBody>
          </p:sp>
        </p:grp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A75F6E86-D055-491F-99FC-A64D6BF5C5F3}"/>
              </a:ext>
            </a:extLst>
          </p:cNvPr>
          <p:cNvGrpSpPr/>
          <p:nvPr/>
        </p:nvGrpSpPr>
        <p:grpSpPr>
          <a:xfrm>
            <a:off x="6265575" y="1036146"/>
            <a:ext cx="1368000" cy="1368000"/>
            <a:chOff x="8417999" y="602197"/>
            <a:chExt cx="1368000" cy="1368000"/>
          </a:xfrm>
        </p:grpSpPr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AB69A9D4-C826-44DD-84C9-B7A65925D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8417999" y="602197"/>
              <a:ext cx="1368000" cy="1368000"/>
            </a:xfrm>
            <a:prstGeom prst="rect">
              <a:avLst/>
            </a:prstGeom>
          </p:spPr>
        </p:pic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75167B5A-88D5-4CE3-9360-AF914CE48D64}"/>
                </a:ext>
              </a:extLst>
            </p:cNvPr>
            <p:cNvGrpSpPr/>
            <p:nvPr/>
          </p:nvGrpSpPr>
          <p:grpSpPr>
            <a:xfrm>
              <a:off x="8792459" y="1739365"/>
              <a:ext cx="993540" cy="230832"/>
              <a:chOff x="12781747" y="4197808"/>
              <a:chExt cx="993540" cy="230832"/>
            </a:xfrm>
          </p:grpSpPr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827E5267-D8DC-4E61-A5BD-6E8C5C30ED2E}"/>
                  </a:ext>
                </a:extLst>
              </p:cNvPr>
              <p:cNvSpPr txBox="1"/>
              <p:nvPr/>
            </p:nvSpPr>
            <p:spPr>
              <a:xfrm>
                <a:off x="13488029" y="4213196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02</a:t>
                </a:r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BA3D2443-2D38-498C-B8F8-045E6E56EE10}"/>
                  </a:ext>
                </a:extLst>
              </p:cNvPr>
              <p:cNvSpPr txBox="1"/>
              <p:nvPr/>
            </p:nvSpPr>
            <p:spPr>
              <a:xfrm>
                <a:off x="12781747" y="4197808"/>
                <a:ext cx="51648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2.0kOe</a:t>
                </a:r>
              </a:p>
            </p:txBody>
          </p:sp>
        </p:grp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B04CB102-8D87-4CCC-B6E7-7C8D965987A3}"/>
              </a:ext>
            </a:extLst>
          </p:cNvPr>
          <p:cNvGrpSpPr/>
          <p:nvPr/>
        </p:nvGrpSpPr>
        <p:grpSpPr>
          <a:xfrm>
            <a:off x="5127740" y="2173314"/>
            <a:ext cx="993540" cy="230832"/>
            <a:chOff x="12781747" y="4197808"/>
            <a:chExt cx="993540" cy="230832"/>
          </a:xfrm>
        </p:grpSpPr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B9A0B592-F7AA-4694-BBD8-5D3790C1F6CB}"/>
                </a:ext>
              </a:extLst>
            </p:cNvPr>
            <p:cNvSpPr txBox="1"/>
            <p:nvPr/>
          </p:nvSpPr>
          <p:spPr>
            <a:xfrm>
              <a:off x="13488029" y="4213196"/>
              <a:ext cx="287258" cy="21544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1"/>
                  </a:solidFill>
                </a:rPr>
                <a:t>01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7397A13-9C1D-45AE-8464-EEC4DE149351}"/>
                </a:ext>
              </a:extLst>
            </p:cNvPr>
            <p:cNvSpPr txBox="1"/>
            <p:nvPr/>
          </p:nvSpPr>
          <p:spPr>
            <a:xfrm>
              <a:off x="12781747" y="4197808"/>
              <a:ext cx="51648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1.0kOe</a:t>
              </a: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BC57F4B3-6512-45C9-A0E6-983FA5BDDFA9}"/>
              </a:ext>
            </a:extLst>
          </p:cNvPr>
          <p:cNvGrpSpPr/>
          <p:nvPr/>
        </p:nvGrpSpPr>
        <p:grpSpPr>
          <a:xfrm>
            <a:off x="3212172" y="1036146"/>
            <a:ext cx="1419193" cy="1368000"/>
            <a:chOff x="5344492" y="602197"/>
            <a:chExt cx="1419193" cy="1368000"/>
          </a:xfrm>
        </p:grpSpPr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DD391839-1430-4ADB-B9FE-E0CABD18A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344492" y="602197"/>
              <a:ext cx="1419193" cy="1368000"/>
            </a:xfrm>
            <a:prstGeom prst="rect">
              <a:avLst/>
            </a:prstGeom>
          </p:spPr>
        </p:pic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343BFC5A-FBA3-4F4B-A554-0404253878AC}"/>
                </a:ext>
              </a:extLst>
            </p:cNvPr>
            <p:cNvGrpSpPr/>
            <p:nvPr/>
          </p:nvGrpSpPr>
          <p:grpSpPr>
            <a:xfrm>
              <a:off x="5770145" y="1739365"/>
              <a:ext cx="993540" cy="230832"/>
              <a:chOff x="12781747" y="4197808"/>
              <a:chExt cx="993540" cy="230832"/>
            </a:xfrm>
          </p:grpSpPr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8AAD522E-7673-471E-873C-8ABE5640A009}"/>
                  </a:ext>
                </a:extLst>
              </p:cNvPr>
              <p:cNvSpPr txBox="1"/>
              <p:nvPr/>
            </p:nvSpPr>
            <p:spPr>
              <a:xfrm>
                <a:off x="13488029" y="4213196"/>
                <a:ext cx="287258" cy="21544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GB" sz="800" dirty="0">
                    <a:solidFill>
                      <a:schemeClr val="bg1"/>
                    </a:solidFill>
                  </a:rPr>
                  <a:t>00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12B7E1BB-5B1E-4AA5-B0C2-2C05E22C1B83}"/>
                  </a:ext>
                </a:extLst>
              </p:cNvPr>
              <p:cNvSpPr txBox="1"/>
              <p:nvPr/>
            </p:nvSpPr>
            <p:spPr>
              <a:xfrm>
                <a:off x="12781747" y="4197808"/>
                <a:ext cx="51648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900" dirty="0"/>
                  <a:t>0.0kOe</a:t>
                </a:r>
              </a:p>
            </p:txBody>
          </p:sp>
        </p:grpSp>
      </p:grpSp>
      <p:pic>
        <p:nvPicPr>
          <p:cNvPr id="214" name="Picture 213">
            <a:extLst>
              <a:ext uri="{FF2B5EF4-FFF2-40B4-BE49-F238E27FC236}">
                <a16:creationId xmlns:a16="http://schemas.microsoft.com/office/drawing/2014/main" id="{38A9C146-0790-4725-936A-D01C2FEBD1B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-3454713" y="-527460"/>
            <a:ext cx="3297102" cy="2929591"/>
          </a:xfrm>
          <a:prstGeom prst="rect">
            <a:avLst/>
          </a:prstGeom>
        </p:spPr>
      </p:pic>
      <p:pic>
        <p:nvPicPr>
          <p:cNvPr id="216" name="Picture 215">
            <a:extLst>
              <a:ext uri="{FF2B5EF4-FFF2-40B4-BE49-F238E27FC236}">
                <a16:creationId xmlns:a16="http://schemas.microsoft.com/office/drawing/2014/main" id="{D7082390-F191-48F2-AA67-3620865ADB85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5742" y="198530"/>
            <a:ext cx="2224949" cy="2224949"/>
          </a:xfrm>
          <a:prstGeom prst="rect">
            <a:avLst/>
          </a:prstGeom>
        </p:spPr>
      </p:pic>
      <p:grpSp>
        <p:nvGrpSpPr>
          <p:cNvPr id="219" name="Group 55">
            <a:extLst>
              <a:ext uri="{FF2B5EF4-FFF2-40B4-BE49-F238E27FC236}">
                <a16:creationId xmlns:a16="http://schemas.microsoft.com/office/drawing/2014/main" id="{703819E3-3C13-45A0-AF57-320BDA907E4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08442" y="198530"/>
            <a:ext cx="418310" cy="2224949"/>
            <a:chOff x="1509" y="66"/>
            <a:chExt cx="439" cy="2335"/>
          </a:xfrm>
        </p:grpSpPr>
        <p:sp>
          <p:nvSpPr>
            <p:cNvPr id="220" name="AutoShape 54">
              <a:extLst>
                <a:ext uri="{FF2B5EF4-FFF2-40B4-BE49-F238E27FC236}">
                  <a16:creationId xmlns:a16="http://schemas.microsoft.com/office/drawing/2014/main" id="{B1B052BF-4F7E-4B66-8CFF-3500AB96843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509" y="66"/>
              <a:ext cx="396" cy="2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080" name="Picture 56">
              <a:extLst>
                <a:ext uri="{FF2B5EF4-FFF2-40B4-BE49-F238E27FC236}">
                  <a16:creationId xmlns:a16="http://schemas.microsoft.com/office/drawing/2014/main" id="{4ABFA3F0-F12D-46BC-9801-B8E2D2BDAF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7" y="216"/>
              <a:ext cx="268" cy="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1" name="Rectangle 57">
              <a:extLst>
                <a:ext uri="{FF2B5EF4-FFF2-40B4-BE49-F238E27FC236}">
                  <a16:creationId xmlns:a16="http://schemas.microsoft.com/office/drawing/2014/main" id="{A0F358A5-34E4-47A5-968C-D0D5B2103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7" y="216"/>
              <a:ext cx="268" cy="202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2" name="Line 58">
              <a:extLst>
                <a:ext uri="{FF2B5EF4-FFF2-40B4-BE49-F238E27FC236}">
                  <a16:creationId xmlns:a16="http://schemas.microsoft.com/office/drawing/2014/main" id="{EFA396BD-2D6A-4649-AB41-5F0FECE31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216"/>
              <a:ext cx="1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3" name="Line 59">
              <a:extLst>
                <a:ext uri="{FF2B5EF4-FFF2-40B4-BE49-F238E27FC236}">
                  <a16:creationId xmlns:a16="http://schemas.microsoft.com/office/drawing/2014/main" id="{CA3735D5-CF46-45FE-AFBD-58426F04A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6" y="553"/>
              <a:ext cx="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6" name="Line 60">
              <a:extLst>
                <a:ext uri="{FF2B5EF4-FFF2-40B4-BE49-F238E27FC236}">
                  <a16:creationId xmlns:a16="http://schemas.microsoft.com/office/drawing/2014/main" id="{40843C83-E7A4-4D9C-88F5-95B074B142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6" y="890"/>
              <a:ext cx="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7" name="Line 61">
              <a:extLst>
                <a:ext uri="{FF2B5EF4-FFF2-40B4-BE49-F238E27FC236}">
                  <a16:creationId xmlns:a16="http://schemas.microsoft.com/office/drawing/2014/main" id="{D02EB2D3-AA6A-499C-83E6-68025E9A4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1227"/>
              <a:ext cx="1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8" name="Line 62">
              <a:extLst>
                <a:ext uri="{FF2B5EF4-FFF2-40B4-BE49-F238E27FC236}">
                  <a16:creationId xmlns:a16="http://schemas.microsoft.com/office/drawing/2014/main" id="{1A67E8A4-D038-4B47-A5E4-AAA13B151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6" y="1564"/>
              <a:ext cx="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9" name="Line 63">
              <a:extLst>
                <a:ext uri="{FF2B5EF4-FFF2-40B4-BE49-F238E27FC236}">
                  <a16:creationId xmlns:a16="http://schemas.microsoft.com/office/drawing/2014/main" id="{CD5A3472-512E-40C0-B866-C92DB104B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6" y="1901"/>
              <a:ext cx="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0" name="Line 64">
              <a:extLst>
                <a:ext uri="{FF2B5EF4-FFF2-40B4-BE49-F238E27FC236}">
                  <a16:creationId xmlns:a16="http://schemas.microsoft.com/office/drawing/2014/main" id="{3C16DD9D-0263-421A-8076-BFE345D58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2238"/>
              <a:ext cx="1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1" name="Rectangle 65">
              <a:extLst>
                <a:ext uri="{FF2B5EF4-FFF2-40B4-BE49-F238E27FC236}">
                  <a16:creationId xmlns:a16="http://schemas.microsoft.com/office/drawing/2014/main" id="{FA4C022D-C0BB-4AD7-B75C-B857C0356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66"/>
              <a:ext cx="6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2" name="Rectangle 66">
              <a:extLst>
                <a:ext uri="{FF2B5EF4-FFF2-40B4-BE49-F238E27FC236}">
                  <a16:creationId xmlns:a16="http://schemas.microsoft.com/office/drawing/2014/main" id="{52B02B5B-0608-404D-ADC9-2458F1D5C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66"/>
              <a:ext cx="269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140 nm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3" name="Rectangle 67">
              <a:extLst>
                <a:ext uri="{FF2B5EF4-FFF2-40B4-BE49-F238E27FC236}">
                  <a16:creationId xmlns:a16="http://schemas.microsoft.com/office/drawing/2014/main" id="{7B020D16-6062-4AD8-9123-9C7345AFA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" y="2274"/>
              <a:ext cx="6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4" name="Rectangle 68">
              <a:extLst>
                <a:ext uri="{FF2B5EF4-FFF2-40B4-BE49-F238E27FC236}">
                  <a16:creationId xmlns:a16="http://schemas.microsoft.com/office/drawing/2014/main" id="{8BEE59DD-26B3-4DFC-A377-17F690730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" y="2274"/>
              <a:ext cx="329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0.00 nm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067" name="Group 71">
            <a:extLst>
              <a:ext uri="{FF2B5EF4-FFF2-40B4-BE49-F238E27FC236}">
                <a16:creationId xmlns:a16="http://schemas.microsoft.com/office/drawing/2014/main" id="{D498DA25-FB4B-4954-B935-69118F248BD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845560" y="-279400"/>
            <a:ext cx="803276" cy="3706813"/>
            <a:chOff x="5572" y="-176"/>
            <a:chExt cx="506" cy="2335"/>
          </a:xfrm>
        </p:grpSpPr>
        <p:sp>
          <p:nvSpPr>
            <p:cNvPr id="1068" name="AutoShape 70">
              <a:extLst>
                <a:ext uri="{FF2B5EF4-FFF2-40B4-BE49-F238E27FC236}">
                  <a16:creationId xmlns:a16="http://schemas.microsoft.com/office/drawing/2014/main" id="{FB39D260-3C77-41C3-8760-64B721C3C55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572" y="-176"/>
              <a:ext cx="396" cy="2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096" name="Picture 72">
              <a:extLst>
                <a:ext uri="{FF2B5EF4-FFF2-40B4-BE49-F238E27FC236}">
                  <a16:creationId xmlns:a16="http://schemas.microsoft.com/office/drawing/2014/main" id="{AA3AAAD8-B1E6-4B1D-8CBD-8F8B8BC4B6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0" y="-26"/>
              <a:ext cx="268" cy="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9" name="Rectangle 73">
              <a:extLst>
                <a:ext uri="{FF2B5EF4-FFF2-40B4-BE49-F238E27FC236}">
                  <a16:creationId xmlns:a16="http://schemas.microsoft.com/office/drawing/2014/main" id="{7AA5A0A3-568E-48B4-A14A-66C5AE909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0" y="-26"/>
              <a:ext cx="268" cy="202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70" name="Line 74">
              <a:extLst>
                <a:ext uri="{FF2B5EF4-FFF2-40B4-BE49-F238E27FC236}">
                  <a16:creationId xmlns:a16="http://schemas.microsoft.com/office/drawing/2014/main" id="{678FDD06-9BD4-419F-AB9D-9549F6B84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2" y="-26"/>
              <a:ext cx="1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71" name="Line 75">
              <a:extLst>
                <a:ext uri="{FF2B5EF4-FFF2-40B4-BE49-F238E27FC236}">
                  <a16:creationId xmlns:a16="http://schemas.microsoft.com/office/drawing/2014/main" id="{30F094BC-E599-4400-8E8B-CFB9F6F87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9" y="311"/>
              <a:ext cx="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72" name="Line 76">
              <a:extLst>
                <a:ext uri="{FF2B5EF4-FFF2-40B4-BE49-F238E27FC236}">
                  <a16:creationId xmlns:a16="http://schemas.microsoft.com/office/drawing/2014/main" id="{34A2890B-07A8-46DA-B890-63244BA76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9" y="648"/>
              <a:ext cx="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73" name="Line 77">
              <a:extLst>
                <a:ext uri="{FF2B5EF4-FFF2-40B4-BE49-F238E27FC236}">
                  <a16:creationId xmlns:a16="http://schemas.microsoft.com/office/drawing/2014/main" id="{7AA7F703-CAA8-438C-A63F-6F36DE5144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2" y="985"/>
              <a:ext cx="1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74" name="Line 78">
              <a:extLst>
                <a:ext uri="{FF2B5EF4-FFF2-40B4-BE49-F238E27FC236}">
                  <a16:creationId xmlns:a16="http://schemas.microsoft.com/office/drawing/2014/main" id="{8797F29F-97E3-4F0D-ACA5-E8CE531C4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9" y="1322"/>
              <a:ext cx="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75" name="Line 79">
              <a:extLst>
                <a:ext uri="{FF2B5EF4-FFF2-40B4-BE49-F238E27FC236}">
                  <a16:creationId xmlns:a16="http://schemas.microsoft.com/office/drawing/2014/main" id="{44399073-F165-4612-9D10-667AB9AD7D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9" y="1659"/>
              <a:ext cx="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76" name="Line 80">
              <a:extLst>
                <a:ext uri="{FF2B5EF4-FFF2-40B4-BE49-F238E27FC236}">
                  <a16:creationId xmlns:a16="http://schemas.microsoft.com/office/drawing/2014/main" id="{652F2D58-5784-4786-8900-177FDCA8F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2" y="1996"/>
              <a:ext cx="1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77" name="Rectangle 81">
              <a:extLst>
                <a:ext uri="{FF2B5EF4-FFF2-40B4-BE49-F238E27FC236}">
                  <a16:creationId xmlns:a16="http://schemas.microsoft.com/office/drawing/2014/main" id="{E3468E38-8E17-48C9-9096-FF0B5D292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6" y="-176"/>
              <a:ext cx="6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78" name="Rectangle 82">
              <a:extLst>
                <a:ext uri="{FF2B5EF4-FFF2-40B4-BE49-F238E27FC236}">
                  <a16:creationId xmlns:a16="http://schemas.microsoft.com/office/drawing/2014/main" id="{2C7BE9B3-E308-4EA5-96DF-F73636C31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6" y="-176"/>
              <a:ext cx="306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18.9 deg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79" name="Rectangle 83">
              <a:extLst>
                <a:ext uri="{FF2B5EF4-FFF2-40B4-BE49-F238E27FC236}">
                  <a16:creationId xmlns:a16="http://schemas.microsoft.com/office/drawing/2014/main" id="{AB2BC5CF-DC2A-461B-80C3-6F4871426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" y="2032"/>
              <a:ext cx="6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81" name="Rectangle 84">
              <a:extLst>
                <a:ext uri="{FF2B5EF4-FFF2-40B4-BE49-F238E27FC236}">
                  <a16:creationId xmlns:a16="http://schemas.microsoft.com/office/drawing/2014/main" id="{5999CFA7-1517-4FA3-8A86-3C4E6D3AF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" y="2032"/>
              <a:ext cx="402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-17.63degg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3977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3B218A5A-6C33-44DE-BB45-2939C5246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120" y="1055479"/>
            <a:ext cx="1418568" cy="136800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8660BF41-4A67-4383-AFF3-9B9CFC6B6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961" y="1055479"/>
            <a:ext cx="1368000" cy="1368000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9042C2B4-4911-4359-A67C-BECB01E7B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680" y="1055479"/>
            <a:ext cx="1368000" cy="1368000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83F8BF6D-222F-4294-B590-FB5EB8948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9633" y="1055479"/>
            <a:ext cx="1368000" cy="1368000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87607FD2-7DB9-48E8-B02B-5E1B827481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1575" y="1055479"/>
            <a:ext cx="1368000" cy="1368000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26D8F22B-42A3-40B1-BFB0-AA129C1D30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91" y="1055479"/>
            <a:ext cx="1368000" cy="13680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781B0DB9-4903-4305-9019-B874F04D9F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56" y="2851267"/>
            <a:ext cx="1368000" cy="136800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D7CC24D9-99A5-4B85-B151-30085DD225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4006" y="2851267"/>
            <a:ext cx="1368000" cy="136800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18B77607-AF79-4D0F-9938-FBBCFEC8D4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50163" y="2851267"/>
            <a:ext cx="1368000" cy="136800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D450959C-3662-4510-89E1-120CA86F5F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72803" y="2851267"/>
            <a:ext cx="1368000" cy="13680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A513D51A-B1EC-4AD4-97CB-7B709300CF0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7520" y="2851267"/>
            <a:ext cx="1368000" cy="13680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C9DA4C1E-3B37-422A-9E76-D84D53A67F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24435" y="2851267"/>
            <a:ext cx="1368000" cy="136800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410EE29C-A8A7-4F57-9460-498DE3F7AFE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57763" y="2851267"/>
            <a:ext cx="1368000" cy="13680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2C4252E7-D8F8-4670-915C-6A755DD242A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21110" y="2851267"/>
            <a:ext cx="1368000" cy="136800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5DBE77A4-3AA3-4E51-8B34-4FEE7D664AB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85358" y="2851267"/>
            <a:ext cx="1368000" cy="136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45BA7E9-68AC-4D22-9769-C68139F7C25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22749" y="4780611"/>
            <a:ext cx="1368000" cy="136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2486D32-4020-4162-B8AC-2773F3F375E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77533" y="4780611"/>
            <a:ext cx="1368000" cy="136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2B57EB8-13DB-4A10-8D6A-C8A666D2AB9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171" y="4780611"/>
            <a:ext cx="1368000" cy="136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1DC12FE-6DA5-4CEB-9E17-55D2F21951B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16286" y="4780611"/>
            <a:ext cx="1368000" cy="136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22BF95-93D1-4ED2-953D-64B90A9B097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782790" y="4780611"/>
            <a:ext cx="1368000" cy="136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31D66A-83F6-49BF-94C7-DCD0EBE936C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10800000" flipH="1" flipV="1">
            <a:off x="9450163" y="4780610"/>
            <a:ext cx="1368000" cy="136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E06F060-F5A8-480C-8824-26A7792D59F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10028" y="4780611"/>
            <a:ext cx="1368000" cy="136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7B240BE-2A1E-4CA7-8C2A-8BC02D1F84D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49235" y="4780611"/>
            <a:ext cx="1368000" cy="136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AC650D7-5EFC-414A-950B-35061A9C3E5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09100" y="4780611"/>
            <a:ext cx="1368000" cy="13680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5B58118-0577-48E8-A7FA-3256C944FABA}"/>
              </a:ext>
            </a:extLst>
          </p:cNvPr>
          <p:cNvSpPr txBox="1"/>
          <p:nvPr/>
        </p:nvSpPr>
        <p:spPr>
          <a:xfrm>
            <a:off x="11859882" y="5933167"/>
            <a:ext cx="287258" cy="21544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C5AD3C-97A6-4DCC-B631-E0E5606EE3C9}"/>
              </a:ext>
            </a:extLst>
          </p:cNvPr>
          <p:cNvSpPr txBox="1"/>
          <p:nvPr/>
        </p:nvSpPr>
        <p:spPr>
          <a:xfrm>
            <a:off x="11204896" y="5917779"/>
            <a:ext cx="5164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1.0kOe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F70959-ADCF-462F-A25D-4D7493851ACD}"/>
              </a:ext>
            </a:extLst>
          </p:cNvPr>
          <p:cNvSpPr txBox="1"/>
          <p:nvPr/>
        </p:nvSpPr>
        <p:spPr>
          <a:xfrm>
            <a:off x="10521836" y="5933167"/>
            <a:ext cx="287258" cy="215444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5DEF4EF-5E91-4218-B888-2D05F2FB360F}"/>
              </a:ext>
            </a:extLst>
          </p:cNvPr>
          <p:cNvSpPr txBox="1"/>
          <p:nvPr/>
        </p:nvSpPr>
        <p:spPr>
          <a:xfrm>
            <a:off x="9951970" y="5917779"/>
            <a:ext cx="5164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0.5kOe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D836E5-A66B-46E9-BCF2-19E73C9CCD4A}"/>
              </a:ext>
            </a:extLst>
          </p:cNvPr>
          <p:cNvSpPr txBox="1"/>
          <p:nvPr/>
        </p:nvSpPr>
        <p:spPr>
          <a:xfrm>
            <a:off x="9183786" y="5933167"/>
            <a:ext cx="287258" cy="21544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AD4119-A035-432E-B5E0-34EE52899378}"/>
              </a:ext>
            </a:extLst>
          </p:cNvPr>
          <p:cNvSpPr txBox="1"/>
          <p:nvPr/>
        </p:nvSpPr>
        <p:spPr>
          <a:xfrm>
            <a:off x="8528800" y="5917779"/>
            <a:ext cx="5164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0.2kOe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7DEA3D-D0A9-4A80-B80E-AE3AF6B255B7}"/>
              </a:ext>
            </a:extLst>
          </p:cNvPr>
          <p:cNvSpPr txBox="1"/>
          <p:nvPr/>
        </p:nvSpPr>
        <p:spPr>
          <a:xfrm>
            <a:off x="7845736" y="5933167"/>
            <a:ext cx="287258" cy="215444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B34B95-50A2-4887-92D1-52DC552E44ED}"/>
              </a:ext>
            </a:extLst>
          </p:cNvPr>
          <p:cNvSpPr txBox="1"/>
          <p:nvPr/>
        </p:nvSpPr>
        <p:spPr>
          <a:xfrm>
            <a:off x="7190750" y="5917779"/>
            <a:ext cx="5164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0.1kOe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1250E4-313C-45FB-A510-061BD8A18E47}"/>
              </a:ext>
            </a:extLst>
          </p:cNvPr>
          <p:cNvSpPr txBox="1"/>
          <p:nvPr/>
        </p:nvSpPr>
        <p:spPr>
          <a:xfrm>
            <a:off x="6507686" y="5933167"/>
            <a:ext cx="287258" cy="215444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BC07D6B-69E0-4BC9-8CB7-0F663ED36350}"/>
              </a:ext>
            </a:extLst>
          </p:cNvPr>
          <p:cNvSpPr txBox="1"/>
          <p:nvPr/>
        </p:nvSpPr>
        <p:spPr>
          <a:xfrm>
            <a:off x="5852700" y="5917779"/>
            <a:ext cx="5164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0.0kOe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AFAA561-3C10-408F-92D4-403A3C64940E}"/>
              </a:ext>
            </a:extLst>
          </p:cNvPr>
          <p:cNvSpPr txBox="1"/>
          <p:nvPr/>
        </p:nvSpPr>
        <p:spPr>
          <a:xfrm>
            <a:off x="5852698" y="5917779"/>
            <a:ext cx="5164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0.0kOe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A121B0-BC7F-43B6-B2C7-2D2F26255A2E}"/>
              </a:ext>
            </a:extLst>
          </p:cNvPr>
          <p:cNvSpPr txBox="1"/>
          <p:nvPr/>
        </p:nvSpPr>
        <p:spPr>
          <a:xfrm>
            <a:off x="5169636" y="5933167"/>
            <a:ext cx="287258" cy="21544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70180C-B05B-43A2-843C-77E4252F0A75}"/>
              </a:ext>
            </a:extLst>
          </p:cNvPr>
          <p:cNvSpPr txBox="1"/>
          <p:nvPr/>
        </p:nvSpPr>
        <p:spPr>
          <a:xfrm>
            <a:off x="4497017" y="5917779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-0.1kOe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0F0F9A-6B9C-41B9-A25E-421891270D25}"/>
              </a:ext>
            </a:extLst>
          </p:cNvPr>
          <p:cNvSpPr txBox="1"/>
          <p:nvPr/>
        </p:nvSpPr>
        <p:spPr>
          <a:xfrm>
            <a:off x="3831586" y="5933167"/>
            <a:ext cx="287258" cy="21544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F87FD8-73FB-4B2D-AACB-993EC0B22769}"/>
              </a:ext>
            </a:extLst>
          </p:cNvPr>
          <p:cNvSpPr txBox="1"/>
          <p:nvPr/>
        </p:nvSpPr>
        <p:spPr>
          <a:xfrm>
            <a:off x="3158967" y="5917779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-0.2kOe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9C617C-762E-45D0-93AD-9E9F51FF8DDE}"/>
              </a:ext>
            </a:extLst>
          </p:cNvPr>
          <p:cNvSpPr txBox="1"/>
          <p:nvPr/>
        </p:nvSpPr>
        <p:spPr>
          <a:xfrm>
            <a:off x="2493536" y="5933167"/>
            <a:ext cx="287258" cy="21544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47626E-9C02-4CE1-B3E9-AA5343E3F1B2}"/>
              </a:ext>
            </a:extLst>
          </p:cNvPr>
          <p:cNvSpPr txBox="1"/>
          <p:nvPr/>
        </p:nvSpPr>
        <p:spPr>
          <a:xfrm>
            <a:off x="1820917" y="5917779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-0.5kOe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063708A-D2BE-4F4F-A9E7-D58C2CB43901}"/>
              </a:ext>
            </a:extLst>
          </p:cNvPr>
          <p:cNvSpPr txBox="1"/>
          <p:nvPr/>
        </p:nvSpPr>
        <p:spPr>
          <a:xfrm>
            <a:off x="1154588" y="5933167"/>
            <a:ext cx="287258" cy="21544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067D08-F751-4834-84E4-34009B3ADA36}"/>
              </a:ext>
            </a:extLst>
          </p:cNvPr>
          <p:cNvSpPr txBox="1"/>
          <p:nvPr/>
        </p:nvSpPr>
        <p:spPr>
          <a:xfrm>
            <a:off x="482867" y="5917779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-1.0kOe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713A-4BD2-4ACF-B2D7-7A9AD226A695}"/>
              </a:ext>
            </a:extLst>
          </p:cNvPr>
          <p:cNvSpPr txBox="1"/>
          <p:nvPr/>
        </p:nvSpPr>
        <p:spPr>
          <a:xfrm>
            <a:off x="1140972" y="4003823"/>
            <a:ext cx="287258" cy="21544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3E2A0FA-ABC7-4913-8C47-959DED4A40A3}"/>
              </a:ext>
            </a:extLst>
          </p:cNvPr>
          <p:cNvSpPr txBox="1"/>
          <p:nvPr/>
        </p:nvSpPr>
        <p:spPr>
          <a:xfrm>
            <a:off x="444768" y="3988435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-1.0kOe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DB0A1BE-B901-4755-81DE-972143C2F77E}"/>
              </a:ext>
            </a:extLst>
          </p:cNvPr>
          <p:cNvSpPr txBox="1"/>
          <p:nvPr/>
        </p:nvSpPr>
        <p:spPr>
          <a:xfrm>
            <a:off x="2480254" y="4003823"/>
            <a:ext cx="287258" cy="21544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5748F02-A49F-4956-9B1D-BCC67B0572D5}"/>
              </a:ext>
            </a:extLst>
          </p:cNvPr>
          <p:cNvSpPr txBox="1"/>
          <p:nvPr/>
        </p:nvSpPr>
        <p:spPr>
          <a:xfrm>
            <a:off x="1807635" y="3988435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-0.5kOe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2B9B761-439E-454C-B0E9-CB1D73CA3003}"/>
              </a:ext>
            </a:extLst>
          </p:cNvPr>
          <p:cNvSpPr txBox="1"/>
          <p:nvPr/>
        </p:nvSpPr>
        <p:spPr>
          <a:xfrm>
            <a:off x="3819536" y="4003823"/>
            <a:ext cx="287258" cy="21544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D39044A-58B5-46E6-B562-F6D4B50FC819}"/>
              </a:ext>
            </a:extLst>
          </p:cNvPr>
          <p:cNvSpPr txBox="1"/>
          <p:nvPr/>
        </p:nvSpPr>
        <p:spPr>
          <a:xfrm>
            <a:off x="3146917" y="3988435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-0.2kOe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22035F4-738E-4153-ADB6-43AB4BCD2136}"/>
              </a:ext>
            </a:extLst>
          </p:cNvPr>
          <p:cNvSpPr txBox="1"/>
          <p:nvPr/>
        </p:nvSpPr>
        <p:spPr>
          <a:xfrm>
            <a:off x="5158818" y="4003823"/>
            <a:ext cx="287258" cy="21544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8A11B04-C050-4446-AA3D-4899EFB5A658}"/>
              </a:ext>
            </a:extLst>
          </p:cNvPr>
          <p:cNvSpPr txBox="1"/>
          <p:nvPr/>
        </p:nvSpPr>
        <p:spPr>
          <a:xfrm>
            <a:off x="4486199" y="3988435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-0.1kOe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D3FA924-CB32-4EE5-9527-2F6DB0155AA9}"/>
              </a:ext>
            </a:extLst>
          </p:cNvPr>
          <p:cNvSpPr txBox="1"/>
          <p:nvPr/>
        </p:nvSpPr>
        <p:spPr>
          <a:xfrm>
            <a:off x="6498100" y="4003823"/>
            <a:ext cx="287258" cy="21544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EF1C1EC-1AFB-4327-B223-DF13F4C776FA}"/>
              </a:ext>
            </a:extLst>
          </p:cNvPr>
          <p:cNvSpPr txBox="1"/>
          <p:nvPr/>
        </p:nvSpPr>
        <p:spPr>
          <a:xfrm>
            <a:off x="5843114" y="3988435"/>
            <a:ext cx="5164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0.0kOe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64B5840-0833-41B3-B9DA-77EDD541D0FE}"/>
              </a:ext>
            </a:extLst>
          </p:cNvPr>
          <p:cNvSpPr txBox="1"/>
          <p:nvPr/>
        </p:nvSpPr>
        <p:spPr>
          <a:xfrm>
            <a:off x="7837382" y="4003823"/>
            <a:ext cx="287258" cy="21544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F9E2BDB-2722-4A3B-94AA-E66EFA09379E}"/>
              </a:ext>
            </a:extLst>
          </p:cNvPr>
          <p:cNvSpPr txBox="1"/>
          <p:nvPr/>
        </p:nvSpPr>
        <p:spPr>
          <a:xfrm>
            <a:off x="7182396" y="3988435"/>
            <a:ext cx="5164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0.1kOe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C422D92-5D3A-41F8-9A04-923BE4700243}"/>
              </a:ext>
            </a:extLst>
          </p:cNvPr>
          <p:cNvSpPr txBox="1"/>
          <p:nvPr/>
        </p:nvSpPr>
        <p:spPr>
          <a:xfrm>
            <a:off x="9176664" y="4003823"/>
            <a:ext cx="287258" cy="21544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727F72F-B557-4128-81D2-23AB7ED39878}"/>
              </a:ext>
            </a:extLst>
          </p:cNvPr>
          <p:cNvSpPr txBox="1"/>
          <p:nvPr/>
        </p:nvSpPr>
        <p:spPr>
          <a:xfrm>
            <a:off x="8521678" y="3988435"/>
            <a:ext cx="5164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0.2kOe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95CEB09-EB08-433E-84B8-4DBE60BFDB58}"/>
              </a:ext>
            </a:extLst>
          </p:cNvPr>
          <p:cNvSpPr txBox="1"/>
          <p:nvPr/>
        </p:nvSpPr>
        <p:spPr>
          <a:xfrm>
            <a:off x="10515946" y="4003823"/>
            <a:ext cx="287258" cy="21544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92CCA48-B914-44F3-9562-FE77FB12C0EF}"/>
              </a:ext>
            </a:extLst>
          </p:cNvPr>
          <p:cNvSpPr txBox="1"/>
          <p:nvPr/>
        </p:nvSpPr>
        <p:spPr>
          <a:xfrm>
            <a:off x="9860960" y="3988435"/>
            <a:ext cx="5164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0.5kOe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9015371-3A5A-40EE-ACDC-BBA85DAC957B}"/>
              </a:ext>
            </a:extLst>
          </p:cNvPr>
          <p:cNvSpPr txBox="1"/>
          <p:nvPr/>
        </p:nvSpPr>
        <p:spPr>
          <a:xfrm>
            <a:off x="11855227" y="4003823"/>
            <a:ext cx="287258" cy="21544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B954DF0-3638-417A-BAA7-2B9DDEA6AE32}"/>
              </a:ext>
            </a:extLst>
          </p:cNvPr>
          <p:cNvSpPr txBox="1"/>
          <p:nvPr/>
        </p:nvSpPr>
        <p:spPr>
          <a:xfrm>
            <a:off x="11200241" y="3988435"/>
            <a:ext cx="5164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1.0kOe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5A4D35D-D49E-47A0-A4DC-E2D7D023E2E4}"/>
              </a:ext>
            </a:extLst>
          </p:cNvPr>
          <p:cNvGrpSpPr/>
          <p:nvPr/>
        </p:nvGrpSpPr>
        <p:grpSpPr>
          <a:xfrm>
            <a:off x="-1820110" y="2685102"/>
            <a:ext cx="1368000" cy="1375694"/>
            <a:chOff x="-1820110" y="2685102"/>
            <a:chExt cx="1368000" cy="1375694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720B1FA-45B1-46F6-ACF3-29F836566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-1820110" y="2685102"/>
              <a:ext cx="1368000" cy="1368000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C7ED4BB-0756-4D0C-9DA5-A838C13D82BF}"/>
                </a:ext>
              </a:extLst>
            </p:cNvPr>
            <p:cNvSpPr txBox="1"/>
            <p:nvPr/>
          </p:nvSpPr>
          <p:spPr>
            <a:xfrm>
              <a:off x="-739368" y="3845352"/>
              <a:ext cx="287258" cy="21544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1"/>
                  </a:solidFill>
                </a:rPr>
                <a:t>16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13E2B7E-0BCF-4A65-9E70-BA030C97CED1}"/>
                </a:ext>
              </a:extLst>
            </p:cNvPr>
            <p:cNvSpPr txBox="1"/>
            <p:nvPr/>
          </p:nvSpPr>
          <p:spPr>
            <a:xfrm>
              <a:off x="-1411987" y="3829964"/>
              <a:ext cx="55175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-5.0kOe</a:t>
              </a: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4F0988DF-15ED-494F-A39B-21598E7A3D09}"/>
              </a:ext>
            </a:extLst>
          </p:cNvPr>
          <p:cNvGrpSpPr/>
          <p:nvPr/>
        </p:nvGrpSpPr>
        <p:grpSpPr>
          <a:xfrm>
            <a:off x="12380496" y="1055479"/>
            <a:ext cx="1368000" cy="1368000"/>
            <a:chOff x="12203591" y="2908240"/>
            <a:chExt cx="1368000" cy="1368000"/>
          </a:xfrm>
        </p:grpSpPr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A7B59A9D-683F-469B-A0D4-F9D082C3C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2203591" y="2908240"/>
              <a:ext cx="1368000" cy="1368000"/>
            </a:xfrm>
            <a:prstGeom prst="rect">
              <a:avLst/>
            </a:prstGeom>
          </p:spPr>
        </p:pic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70F6A10D-C749-4E58-8EA8-2242622ACD2C}"/>
                </a:ext>
              </a:extLst>
            </p:cNvPr>
            <p:cNvSpPr txBox="1"/>
            <p:nvPr/>
          </p:nvSpPr>
          <p:spPr>
            <a:xfrm>
              <a:off x="13284333" y="4060796"/>
              <a:ext cx="287258" cy="21544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1"/>
                  </a:solidFill>
                </a:rPr>
                <a:t>06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C7308A7E-810A-4DE9-AC24-BC4C9685A51C}"/>
                </a:ext>
              </a:extLst>
            </p:cNvPr>
            <p:cNvSpPr txBox="1"/>
            <p:nvPr/>
          </p:nvSpPr>
          <p:spPr>
            <a:xfrm>
              <a:off x="12629347" y="4045408"/>
              <a:ext cx="51648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2.0kOe</a:t>
              </a: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DC10687B-E0D4-47F5-930B-F654A00779E7}"/>
              </a:ext>
            </a:extLst>
          </p:cNvPr>
          <p:cNvSpPr txBox="1"/>
          <p:nvPr/>
        </p:nvSpPr>
        <p:spPr>
          <a:xfrm>
            <a:off x="11855227" y="2208035"/>
            <a:ext cx="287258" cy="21544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6A8D018-F5DE-402B-911F-6B9C601C5DE6}"/>
              </a:ext>
            </a:extLst>
          </p:cNvPr>
          <p:cNvSpPr txBox="1"/>
          <p:nvPr/>
        </p:nvSpPr>
        <p:spPr>
          <a:xfrm>
            <a:off x="8171303" y="-1237436"/>
            <a:ext cx="5164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5.0kOe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DD1894CA-8D5C-4045-8F1B-5BEE813B5009}"/>
              </a:ext>
            </a:extLst>
          </p:cNvPr>
          <p:cNvGrpSpPr/>
          <p:nvPr/>
        </p:nvGrpSpPr>
        <p:grpSpPr>
          <a:xfrm>
            <a:off x="9642245" y="2192647"/>
            <a:ext cx="993540" cy="230832"/>
            <a:chOff x="12025814" y="1377071"/>
            <a:chExt cx="993540" cy="230832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6F5AD5F-22CB-4593-BBA8-A72BE8AF8F27}"/>
                </a:ext>
              </a:extLst>
            </p:cNvPr>
            <p:cNvSpPr txBox="1"/>
            <p:nvPr/>
          </p:nvSpPr>
          <p:spPr>
            <a:xfrm>
              <a:off x="12732096" y="1392459"/>
              <a:ext cx="287258" cy="21544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1"/>
                  </a:solidFill>
                </a:rPr>
                <a:t>04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313B9E58-F9C3-48BE-98FB-E4206AF13E3B}"/>
                </a:ext>
              </a:extLst>
            </p:cNvPr>
            <p:cNvSpPr txBox="1"/>
            <p:nvPr/>
          </p:nvSpPr>
          <p:spPr>
            <a:xfrm>
              <a:off x="12025814" y="1377071"/>
              <a:ext cx="51648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4.0kOe</a:t>
              </a: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94D3B9BF-CCB6-471C-833E-D7F2E660E0E0}"/>
              </a:ext>
            </a:extLst>
          </p:cNvPr>
          <p:cNvGrpSpPr/>
          <p:nvPr/>
        </p:nvGrpSpPr>
        <p:grpSpPr>
          <a:xfrm>
            <a:off x="8141140" y="2192647"/>
            <a:ext cx="993540" cy="230832"/>
            <a:chOff x="12781747" y="4197808"/>
            <a:chExt cx="993540" cy="230832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A99B247F-5229-4A83-A9AE-A5574F98B562}"/>
                </a:ext>
              </a:extLst>
            </p:cNvPr>
            <p:cNvSpPr txBox="1"/>
            <p:nvPr/>
          </p:nvSpPr>
          <p:spPr>
            <a:xfrm>
              <a:off x="13488029" y="4213196"/>
              <a:ext cx="287258" cy="21544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1"/>
                  </a:solidFill>
                </a:rPr>
                <a:t>03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61F0736E-0E80-4A0A-9DEF-C407DD888B2A}"/>
                </a:ext>
              </a:extLst>
            </p:cNvPr>
            <p:cNvSpPr txBox="1"/>
            <p:nvPr/>
          </p:nvSpPr>
          <p:spPr>
            <a:xfrm>
              <a:off x="12781747" y="4197808"/>
              <a:ext cx="51648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3.0kOe</a:t>
              </a: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75167B5A-88D5-4CE3-9360-AF914CE48D64}"/>
              </a:ext>
            </a:extLst>
          </p:cNvPr>
          <p:cNvGrpSpPr/>
          <p:nvPr/>
        </p:nvGrpSpPr>
        <p:grpSpPr>
          <a:xfrm>
            <a:off x="6640035" y="2192647"/>
            <a:ext cx="993540" cy="230832"/>
            <a:chOff x="12781747" y="4197808"/>
            <a:chExt cx="993540" cy="230832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827E5267-D8DC-4E61-A5BD-6E8C5C30ED2E}"/>
                </a:ext>
              </a:extLst>
            </p:cNvPr>
            <p:cNvSpPr txBox="1"/>
            <p:nvPr/>
          </p:nvSpPr>
          <p:spPr>
            <a:xfrm>
              <a:off x="13488029" y="4213196"/>
              <a:ext cx="287258" cy="21544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1"/>
                  </a:solidFill>
                </a:rPr>
                <a:t>02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BA3D2443-2D38-498C-B8F8-045E6E56EE10}"/>
                </a:ext>
              </a:extLst>
            </p:cNvPr>
            <p:cNvSpPr txBox="1"/>
            <p:nvPr/>
          </p:nvSpPr>
          <p:spPr>
            <a:xfrm>
              <a:off x="12781747" y="4197808"/>
              <a:ext cx="51648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2.0kOe</a:t>
              </a:r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B04CB102-8D87-4CCC-B6E7-7C8D965987A3}"/>
              </a:ext>
            </a:extLst>
          </p:cNvPr>
          <p:cNvGrpSpPr/>
          <p:nvPr/>
        </p:nvGrpSpPr>
        <p:grpSpPr>
          <a:xfrm>
            <a:off x="5127740" y="2192647"/>
            <a:ext cx="993540" cy="230832"/>
            <a:chOff x="12781747" y="4197808"/>
            <a:chExt cx="993540" cy="230832"/>
          </a:xfrm>
        </p:grpSpPr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B9A0B592-F7AA-4694-BBD8-5D3790C1F6CB}"/>
                </a:ext>
              </a:extLst>
            </p:cNvPr>
            <p:cNvSpPr txBox="1"/>
            <p:nvPr/>
          </p:nvSpPr>
          <p:spPr>
            <a:xfrm>
              <a:off x="13488029" y="4213196"/>
              <a:ext cx="287258" cy="21544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1"/>
                  </a:solidFill>
                </a:rPr>
                <a:t>01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7397A13-9C1D-45AE-8464-EEC4DE149351}"/>
                </a:ext>
              </a:extLst>
            </p:cNvPr>
            <p:cNvSpPr txBox="1"/>
            <p:nvPr/>
          </p:nvSpPr>
          <p:spPr>
            <a:xfrm>
              <a:off x="12781747" y="4197808"/>
              <a:ext cx="51648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1.0kOe</a:t>
              </a:r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343BFC5A-FBA3-4F4B-A554-0404253878AC}"/>
              </a:ext>
            </a:extLst>
          </p:cNvPr>
          <p:cNvGrpSpPr/>
          <p:nvPr/>
        </p:nvGrpSpPr>
        <p:grpSpPr>
          <a:xfrm>
            <a:off x="3637825" y="2192647"/>
            <a:ext cx="993540" cy="230832"/>
            <a:chOff x="12781747" y="4197808"/>
            <a:chExt cx="993540" cy="230832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8AAD522E-7673-471E-873C-8ABE5640A009}"/>
                </a:ext>
              </a:extLst>
            </p:cNvPr>
            <p:cNvSpPr txBox="1"/>
            <p:nvPr/>
          </p:nvSpPr>
          <p:spPr>
            <a:xfrm>
              <a:off x="13488029" y="4213196"/>
              <a:ext cx="287258" cy="21544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chemeClr val="bg1"/>
                  </a:solidFill>
                </a:rPr>
                <a:t>00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12B7E1BB-5B1E-4AA5-B0C2-2C05E22C1B83}"/>
                </a:ext>
              </a:extLst>
            </p:cNvPr>
            <p:cNvSpPr txBox="1"/>
            <p:nvPr/>
          </p:nvSpPr>
          <p:spPr>
            <a:xfrm>
              <a:off x="12781747" y="4197808"/>
              <a:ext cx="51648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/>
                <a:t>0.0kOe</a:t>
              </a:r>
            </a:p>
          </p:txBody>
        </p:sp>
      </p:grpSp>
      <p:pic>
        <p:nvPicPr>
          <p:cNvPr id="216" name="Picture 215">
            <a:extLst>
              <a:ext uri="{FF2B5EF4-FFF2-40B4-BE49-F238E27FC236}">
                <a16:creationId xmlns:a16="http://schemas.microsoft.com/office/drawing/2014/main" id="{D7082390-F191-48F2-AA67-3620865ADB8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5742" y="198530"/>
            <a:ext cx="2224949" cy="2224949"/>
          </a:xfrm>
          <a:prstGeom prst="rect">
            <a:avLst/>
          </a:prstGeom>
        </p:spPr>
      </p:pic>
      <p:grpSp>
        <p:nvGrpSpPr>
          <p:cNvPr id="219" name="Group 55">
            <a:extLst>
              <a:ext uri="{FF2B5EF4-FFF2-40B4-BE49-F238E27FC236}">
                <a16:creationId xmlns:a16="http://schemas.microsoft.com/office/drawing/2014/main" id="{703819E3-3C13-45A0-AF57-320BDA907E4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08442" y="198530"/>
            <a:ext cx="418310" cy="2224949"/>
            <a:chOff x="1509" y="66"/>
            <a:chExt cx="439" cy="2335"/>
          </a:xfrm>
        </p:grpSpPr>
        <p:sp>
          <p:nvSpPr>
            <p:cNvPr id="220" name="AutoShape 54">
              <a:extLst>
                <a:ext uri="{FF2B5EF4-FFF2-40B4-BE49-F238E27FC236}">
                  <a16:creationId xmlns:a16="http://schemas.microsoft.com/office/drawing/2014/main" id="{B1B052BF-4F7E-4B66-8CFF-3500AB96843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509" y="66"/>
              <a:ext cx="396" cy="2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080" name="Picture 56">
              <a:extLst>
                <a:ext uri="{FF2B5EF4-FFF2-40B4-BE49-F238E27FC236}">
                  <a16:creationId xmlns:a16="http://schemas.microsoft.com/office/drawing/2014/main" id="{4ABFA3F0-F12D-46BC-9801-B8E2D2BDAF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7" y="216"/>
              <a:ext cx="268" cy="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1" name="Rectangle 57">
              <a:extLst>
                <a:ext uri="{FF2B5EF4-FFF2-40B4-BE49-F238E27FC236}">
                  <a16:creationId xmlns:a16="http://schemas.microsoft.com/office/drawing/2014/main" id="{A0F358A5-34E4-47A5-968C-D0D5B2103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7" y="216"/>
              <a:ext cx="268" cy="202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2" name="Line 58">
              <a:extLst>
                <a:ext uri="{FF2B5EF4-FFF2-40B4-BE49-F238E27FC236}">
                  <a16:creationId xmlns:a16="http://schemas.microsoft.com/office/drawing/2014/main" id="{EFA396BD-2D6A-4649-AB41-5F0FECE31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216"/>
              <a:ext cx="1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3" name="Line 59">
              <a:extLst>
                <a:ext uri="{FF2B5EF4-FFF2-40B4-BE49-F238E27FC236}">
                  <a16:creationId xmlns:a16="http://schemas.microsoft.com/office/drawing/2014/main" id="{CA3735D5-CF46-45FE-AFBD-58426F04A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6" y="553"/>
              <a:ext cx="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6" name="Line 60">
              <a:extLst>
                <a:ext uri="{FF2B5EF4-FFF2-40B4-BE49-F238E27FC236}">
                  <a16:creationId xmlns:a16="http://schemas.microsoft.com/office/drawing/2014/main" id="{40843C83-E7A4-4D9C-88F5-95B074B142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6" y="890"/>
              <a:ext cx="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7" name="Line 61">
              <a:extLst>
                <a:ext uri="{FF2B5EF4-FFF2-40B4-BE49-F238E27FC236}">
                  <a16:creationId xmlns:a16="http://schemas.microsoft.com/office/drawing/2014/main" id="{D02EB2D3-AA6A-499C-83E6-68025E9A4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1227"/>
              <a:ext cx="1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8" name="Line 62">
              <a:extLst>
                <a:ext uri="{FF2B5EF4-FFF2-40B4-BE49-F238E27FC236}">
                  <a16:creationId xmlns:a16="http://schemas.microsoft.com/office/drawing/2014/main" id="{1A67E8A4-D038-4B47-A5E4-AAA13B151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6" y="1564"/>
              <a:ext cx="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9" name="Line 63">
              <a:extLst>
                <a:ext uri="{FF2B5EF4-FFF2-40B4-BE49-F238E27FC236}">
                  <a16:creationId xmlns:a16="http://schemas.microsoft.com/office/drawing/2014/main" id="{CD5A3472-512E-40C0-B866-C92DB104B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6" y="1901"/>
              <a:ext cx="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0" name="Line 64">
              <a:extLst>
                <a:ext uri="{FF2B5EF4-FFF2-40B4-BE49-F238E27FC236}">
                  <a16:creationId xmlns:a16="http://schemas.microsoft.com/office/drawing/2014/main" id="{3C16DD9D-0263-421A-8076-BFE345D58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2238"/>
              <a:ext cx="1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1" name="Rectangle 65">
              <a:extLst>
                <a:ext uri="{FF2B5EF4-FFF2-40B4-BE49-F238E27FC236}">
                  <a16:creationId xmlns:a16="http://schemas.microsoft.com/office/drawing/2014/main" id="{FA4C022D-C0BB-4AD7-B75C-B857C0356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66"/>
              <a:ext cx="6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2" name="Rectangle 66">
              <a:extLst>
                <a:ext uri="{FF2B5EF4-FFF2-40B4-BE49-F238E27FC236}">
                  <a16:creationId xmlns:a16="http://schemas.microsoft.com/office/drawing/2014/main" id="{52B02B5B-0608-404D-ADC9-2458F1D5C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66"/>
              <a:ext cx="269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140 nm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3" name="Rectangle 67">
              <a:extLst>
                <a:ext uri="{FF2B5EF4-FFF2-40B4-BE49-F238E27FC236}">
                  <a16:creationId xmlns:a16="http://schemas.microsoft.com/office/drawing/2014/main" id="{7B020D16-6062-4AD8-9123-9C7345AFA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" y="2274"/>
              <a:ext cx="6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4" name="Rectangle 68">
              <a:extLst>
                <a:ext uri="{FF2B5EF4-FFF2-40B4-BE49-F238E27FC236}">
                  <a16:creationId xmlns:a16="http://schemas.microsoft.com/office/drawing/2014/main" id="{8BEE59DD-26B3-4DFC-A377-17F690730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" y="2274"/>
              <a:ext cx="329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0.00 nm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068" name="AutoShape 70">
            <a:extLst>
              <a:ext uri="{FF2B5EF4-FFF2-40B4-BE49-F238E27FC236}">
                <a16:creationId xmlns:a16="http://schemas.microsoft.com/office/drawing/2014/main" id="{FB39D260-3C77-41C3-8760-64B721C3C554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 rot="5400000">
            <a:off x="8514627" y="-1375654"/>
            <a:ext cx="628651" cy="3648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96" name="Picture 72">
            <a:extLst>
              <a:ext uri="{FF2B5EF4-FFF2-40B4-BE49-F238E27FC236}">
                <a16:creationId xmlns:a16="http://schemas.microsoft.com/office/drawing/2014/main" id="{AA3AAAD8-B1E6-4B1D-8CBD-8F8B8BC4B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707110" y="-1164911"/>
            <a:ext cx="205585" cy="3209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9" name="Rectangle 73">
            <a:extLst>
              <a:ext uri="{FF2B5EF4-FFF2-40B4-BE49-F238E27FC236}">
                <a16:creationId xmlns:a16="http://schemas.microsoft.com/office/drawing/2014/main" id="{7AA5A0A3-568E-48B4-A14A-66C5AE90949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07111" y="-1164911"/>
            <a:ext cx="205584" cy="3209928"/>
          </a:xfrm>
          <a:prstGeom prst="rect">
            <a:avLst/>
          </a:prstGeom>
          <a:noFill/>
          <a:ln w="9525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70" name="Line 74">
            <a:extLst>
              <a:ext uri="{FF2B5EF4-FFF2-40B4-BE49-F238E27FC236}">
                <a16:creationId xmlns:a16="http://schemas.microsoft.com/office/drawing/2014/main" id="{678FDD06-9BD4-419F-AB9D-9549F6B84533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365772" y="238121"/>
            <a:ext cx="9818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71" name="Line 75">
            <a:extLst>
              <a:ext uri="{FF2B5EF4-FFF2-40B4-BE49-F238E27FC236}">
                <a16:creationId xmlns:a16="http://schemas.microsoft.com/office/drawing/2014/main" id="{30F094BC-E599-4400-8E8B-CFB9F6F877E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9856482" y="263819"/>
            <a:ext cx="4679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72" name="Line 76">
            <a:extLst>
              <a:ext uri="{FF2B5EF4-FFF2-40B4-BE49-F238E27FC236}">
                <a16:creationId xmlns:a16="http://schemas.microsoft.com/office/drawing/2014/main" id="{34A2890B-07A8-46DA-B890-63244BA76F8C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9321494" y="263819"/>
            <a:ext cx="4679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73" name="Line 77">
            <a:extLst>
              <a:ext uri="{FF2B5EF4-FFF2-40B4-BE49-F238E27FC236}">
                <a16:creationId xmlns:a16="http://schemas.microsoft.com/office/drawing/2014/main" id="{7AA7F703-CAA8-438C-A63F-6F36DE51442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760808" y="238121"/>
            <a:ext cx="9818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74" name="Line 78">
            <a:extLst>
              <a:ext uri="{FF2B5EF4-FFF2-40B4-BE49-F238E27FC236}">
                <a16:creationId xmlns:a16="http://schemas.microsoft.com/office/drawing/2014/main" id="{8797F29F-97E3-4F0D-ACA5-E8CE531C419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251518" y="263819"/>
            <a:ext cx="4679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75" name="Line 79">
            <a:extLst>
              <a:ext uri="{FF2B5EF4-FFF2-40B4-BE49-F238E27FC236}">
                <a16:creationId xmlns:a16="http://schemas.microsoft.com/office/drawing/2014/main" id="{44399073-F165-4612-9D10-667AB9AD7D5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716530" y="263819"/>
            <a:ext cx="4679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76" name="Line 80">
            <a:extLst>
              <a:ext uri="{FF2B5EF4-FFF2-40B4-BE49-F238E27FC236}">
                <a16:creationId xmlns:a16="http://schemas.microsoft.com/office/drawing/2014/main" id="{652F2D58-5784-4786-8900-177FDCA8FAAF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155843" y="238121"/>
            <a:ext cx="9818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77" name="Rectangle 81">
            <a:extLst>
              <a:ext uri="{FF2B5EF4-FFF2-40B4-BE49-F238E27FC236}">
                <a16:creationId xmlns:a16="http://schemas.microsoft.com/office/drawing/2014/main" id="{E3468E38-8E17-48C9-9096-FF0B5D292F6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0503767" y="294397"/>
            <a:ext cx="96838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78" name="Rectangle 82">
            <a:extLst>
              <a:ext uri="{FF2B5EF4-FFF2-40B4-BE49-F238E27FC236}">
                <a16:creationId xmlns:a16="http://schemas.microsoft.com/office/drawing/2014/main" id="{2C7BE9B3-E308-4EA5-96DF-F73636C31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7565" y="375219"/>
            <a:ext cx="565151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solidFill>
                  <a:srgbClr val="000000"/>
                </a:solidFill>
                <a:latin typeface="Times New Roman" panose="02020603050405020304" pitchFamily="18" charset="0"/>
              </a:rPr>
              <a:t> 16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79" name="Rectangle 83">
            <a:extLst>
              <a:ext uri="{FF2B5EF4-FFF2-40B4-BE49-F238E27FC236}">
                <a16:creationId xmlns:a16="http://schemas.microsoft.com/office/drawing/2014/main" id="{AB2BC5CF-DC2A-461B-80C3-6F48714262F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998563" y="246772"/>
            <a:ext cx="96838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81" name="Rectangle 84">
            <a:extLst>
              <a:ext uri="{FF2B5EF4-FFF2-40B4-BE49-F238E27FC236}">
                <a16:creationId xmlns:a16="http://schemas.microsoft.com/office/drawing/2014/main" id="{5999CFA7-1517-4FA3-8A86-3C4E6D3AF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0276" y="361073"/>
            <a:ext cx="427038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-16 deg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2" name="Picture 171">
            <a:extLst>
              <a:ext uri="{FF2B5EF4-FFF2-40B4-BE49-F238E27FC236}">
                <a16:creationId xmlns:a16="http://schemas.microsoft.com/office/drawing/2014/main" id="{C592D561-C9C0-4E4E-AC9C-E622B3A00C0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12974764" y="1871113"/>
            <a:ext cx="1368000" cy="1368000"/>
          </a:xfrm>
          <a:prstGeom prst="rect">
            <a:avLst/>
          </a:prstGeom>
        </p:spPr>
      </p:pic>
      <p:sp>
        <p:nvSpPr>
          <p:cNvPr id="154" name="Arrow: Curved Left 153">
            <a:extLst>
              <a:ext uri="{FF2B5EF4-FFF2-40B4-BE49-F238E27FC236}">
                <a16:creationId xmlns:a16="http://schemas.microsoft.com/office/drawing/2014/main" id="{C90B5E0F-A771-4D44-8275-F82DFBD37757}"/>
              </a:ext>
            </a:extLst>
          </p:cNvPr>
          <p:cNvSpPr/>
          <p:nvPr/>
        </p:nvSpPr>
        <p:spPr>
          <a:xfrm>
            <a:off x="11169416" y="2506561"/>
            <a:ext cx="652399" cy="26162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6" name="Arrow: Curved Left 155">
            <a:extLst>
              <a:ext uri="{FF2B5EF4-FFF2-40B4-BE49-F238E27FC236}">
                <a16:creationId xmlns:a16="http://schemas.microsoft.com/office/drawing/2014/main" id="{ED04516D-543D-4CE9-9759-FDEAE6F3DF35}"/>
              </a:ext>
            </a:extLst>
          </p:cNvPr>
          <p:cNvSpPr/>
          <p:nvPr/>
        </p:nvSpPr>
        <p:spPr>
          <a:xfrm flipH="1">
            <a:off x="344123" y="4369127"/>
            <a:ext cx="652399" cy="26162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498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6C8F47D4-979C-4707-AC59-98EC688E9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95500"/>
            <a:ext cx="12192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851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</TotalTime>
  <Words>150</Words>
  <Application>Microsoft Office PowerPoint</Application>
  <PresentationFormat>Widescreen</PresentationFormat>
  <Paragraphs>122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Juanjo Riquelme</dc:creator>
  <cp:lastModifiedBy>Juanjo Riquelme</cp:lastModifiedBy>
  <cp:revision>26</cp:revision>
  <dcterms:created xsi:type="dcterms:W3CDTF">2020-09-24T08:49:39Z</dcterms:created>
  <dcterms:modified xsi:type="dcterms:W3CDTF">2020-09-25T08:49:54Z</dcterms:modified>
</cp:coreProperties>
</file>